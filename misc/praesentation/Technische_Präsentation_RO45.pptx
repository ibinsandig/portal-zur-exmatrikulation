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26"/>
  </p:notesMasterIdLst>
  <p:sldIdLst>
    <p:sldId id="375" r:id="rId2"/>
    <p:sldId id="376" r:id="rId3"/>
    <p:sldId id="378" r:id="rId4"/>
    <p:sldId id="379" r:id="rId5"/>
    <p:sldId id="396" r:id="rId6"/>
    <p:sldId id="380" r:id="rId7"/>
    <p:sldId id="397" r:id="rId8"/>
    <p:sldId id="382" r:id="rId9"/>
    <p:sldId id="398" r:id="rId10"/>
    <p:sldId id="399" r:id="rId11"/>
    <p:sldId id="383" r:id="rId12"/>
    <p:sldId id="384" r:id="rId13"/>
    <p:sldId id="385" r:id="rId14"/>
    <p:sldId id="386" r:id="rId15"/>
    <p:sldId id="387" r:id="rId16"/>
    <p:sldId id="400" r:id="rId17"/>
    <p:sldId id="407" r:id="rId18"/>
    <p:sldId id="408" r:id="rId19"/>
    <p:sldId id="401" r:id="rId20"/>
    <p:sldId id="402" r:id="rId21"/>
    <p:sldId id="403" r:id="rId22"/>
    <p:sldId id="404" r:id="rId23"/>
    <p:sldId id="405" r:id="rId24"/>
    <p:sldId id="406" r:id="rId25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1702748-4072-28F4-7B5D-542E7268BF4C}" v="8" dt="2026-07-05T18:49:31.130"/>
    <p1510:client id="{4A939968-B2BB-C4B7-1E07-4373EDE221BC}" v="388" dt="2026-07-05T13:12:05.936"/>
    <p1510:client id="{5825087C-5C02-91E3-6513-49BB9CBDAA5D}" v="88" dt="2026-07-06T08:13:41.701"/>
    <p1510:client id="{8DF67EAD-6A7B-603F-D715-6E419B485ABA}" v="21" dt="2026-07-06T06:55:19.781"/>
    <p1510:client id="{B0B6E60D-6BA4-6EC4-AFDA-4F45B4DE3487}" v="14" dt="2026-07-05T13:12:28.414"/>
    <p1510:client id="{D52D882E-76F7-C726-C009-BB4BEA76C2BD}" v="198" dt="2026-07-05T18:50:43.58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26C2814-5712-47B2-B2D4-A8467AB90EF1}" type="datetimeFigureOut">
              <a:rPr lang="de-DE" smtClean="0"/>
              <a:t>22.07.2026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CAAF948-8A84-475F-9CD3-DE61E7DCE49A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424197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0F5E5D-9055-4A01-6974-A27805CC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C3AC7963-B64D-6DEB-D09F-A4FE0EF4D0D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49908044-DC9C-FE62-01CF-A9C1C65F5AA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b="0" i="0">
              <a:effectLst/>
              <a:latin typeface="Segoe UI" panose="020B0502040204020203" pitchFamily="34" charset="0"/>
            </a:endParaRPr>
          </a:p>
          <a:p>
            <a:pPr rtl="0"/>
            <a:r>
              <a:rPr lang="de-DE"/>
              <a:t>ID=d924773e-9a16-4d6d-9803-8cb819e99682
Rezept=text_billboard
Typ=TextOnly
Variante=0
FamilyID=AccentBoxWalbaum_Zero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4E6AF5C2-1C5E-0BEC-963E-79BC542D8D4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 rtlCol="0"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EAA36B1-75F6-458C-B388-8BC01E9857C8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5584609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E9680-6024-E7AC-5E36-DCAD108D95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6C279690-8BAC-CAF0-2CAF-A95FBA71105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282331D-441F-0A8C-8717-8BDB31C0285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1465D321-12F6-536C-3A4D-DC9A727C3B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CFAAAB6-A2C6-4A85-A3A1-98EFBA61C967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de-DE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249279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BC5C50C9-5CB7-4938-BEDF-DD2FC7529FA9}"/>
              </a:ext>
            </a:extLst>
          </p:cNvPr>
          <p:cNvSpPr/>
          <p:nvPr userDrawn="1"/>
        </p:nvSpPr>
        <p:spPr>
          <a:xfrm>
            <a:off x="1528762" y="1473243"/>
            <a:ext cx="9144000" cy="3007447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0EB8136-4330-4480-80D9-0F6FD970617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801368" y="1664208"/>
            <a:ext cx="8586216" cy="2176272"/>
          </a:xfrm>
        </p:spPr>
        <p:txBody>
          <a:bodyPr rtlCol="0" anchor="ctr">
            <a:normAutofit/>
          </a:bodyPr>
          <a:lstStyle>
            <a:lvl1pPr algn="ctr">
              <a:defRPr sz="66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566E5739-DD96-45FB-B609-3E3447A52FED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2487168" y="4142232"/>
            <a:ext cx="7223760" cy="685800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pPr rtl="0"/>
            <a:r>
              <a:rPr lang="de-DE" noProof="0"/>
              <a:t>Formatvorlage des Untertitelmasters durch Klicken bearbeiten</a:t>
            </a:r>
          </a:p>
        </p:txBody>
      </p:sp>
    </p:spTree>
    <p:extLst>
      <p:ext uri="{BB962C8B-B14F-4D97-AF65-F5344CB8AC3E}">
        <p14:creationId xmlns:p14="http://schemas.microsoft.com/office/powerpoint/2010/main" val="3333404888"/>
      </p:ext>
    </p:extLst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084064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084064" y="3355848"/>
            <a:ext cx="6272784" cy="2825496"/>
          </a:xfrm>
        </p:spPr>
        <p:txBody>
          <a:bodyPr rtlCol="0"/>
          <a:lstStyle>
            <a:lvl1pPr>
              <a:buNone/>
              <a:defRPr sz="18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41648" y="6356350"/>
            <a:ext cx="4114800" cy="365125"/>
          </a:xfrm>
        </p:spPr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5317960" y="363389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3CC47E32-D289-4A1B-A3C7-A355CD5572E8}"/>
              </a:ext>
            </a:extLst>
          </p:cNvPr>
          <p:cNvSpPr/>
          <p:nvPr userDrawn="1"/>
        </p:nvSpPr>
        <p:spPr>
          <a:xfrm>
            <a:off x="5099266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200" y="603504"/>
            <a:ext cx="4050792" cy="5577840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</p:spTree>
    <p:extLst>
      <p:ext uri="{BB962C8B-B14F-4D97-AF65-F5344CB8AC3E}">
        <p14:creationId xmlns:p14="http://schemas.microsoft.com/office/powerpoint/2010/main" val="1887683987"/>
      </p:ext>
    </p:extLst>
  </p:cSld>
  <p:clrMapOvr>
    <a:masterClrMapping/>
  </p:clrMapOvr>
  <p:hf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2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2648" y="1078992"/>
            <a:ext cx="6272784" cy="1536192"/>
          </a:xfrm>
        </p:spPr>
        <p:txBody>
          <a:bodyPr rtlCol="0" anchor="b">
            <a:normAutofit/>
          </a:bodyPr>
          <a:lstStyle>
            <a:lvl1pPr>
              <a:defRPr sz="52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12648" y="3355848"/>
            <a:ext cx="6272784" cy="2825496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05272" y="6356350"/>
            <a:ext cx="128016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7" name="Rechteck 6">
            <a:extLst>
              <a:ext uri="{FF2B5EF4-FFF2-40B4-BE49-F238E27FC236}">
                <a16:creationId xmlns:a16="http://schemas.microsoft.com/office/drawing/2014/main" id="{C3EEEC07-DA87-4415-8D6B-72E1B2686535}"/>
              </a:ext>
            </a:extLst>
          </p:cNvPr>
          <p:cNvSpPr/>
          <p:nvPr userDrawn="1"/>
        </p:nvSpPr>
        <p:spPr>
          <a:xfrm rot="5400000">
            <a:off x="850392" y="365760"/>
            <a:ext cx="73152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680960" y="4352544"/>
            <a:ext cx="4507992" cy="250545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680960" y="0"/>
            <a:ext cx="4507992" cy="412394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8" name="Rechteck 7">
            <a:extLst>
              <a:ext uri="{FF2B5EF4-FFF2-40B4-BE49-F238E27FC236}">
                <a16:creationId xmlns:a16="http://schemas.microsoft.com/office/drawing/2014/main" id="{EEFA3CC7-31ED-4E5A-87A6-AA1D8F4251FC}"/>
              </a:ext>
            </a:extLst>
          </p:cNvPr>
          <p:cNvSpPr/>
          <p:nvPr userDrawn="1"/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06177118"/>
      </p:ext>
    </p:extLst>
  </p:cSld>
  <p:clrMapOvr>
    <a:masterClrMapping/>
  </p:clrMapOvr>
  <p:hf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B541A812-4D3F-4D65-BA64-BA64E37F2C1D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992" y="1938528"/>
            <a:ext cx="7013448" cy="2990088"/>
          </a:xfrm>
        </p:spPr>
        <p:txBody>
          <a:bodyPr rtlCol="0" anchor="ctr">
            <a:norm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613648" y="1938528"/>
            <a:ext cx="2688336" cy="2990088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5716BBE9-8A9C-450B-A235-677945C7ED44}"/>
              </a:ext>
            </a:extLst>
          </p:cNvPr>
          <p:cNvSpPr/>
          <p:nvPr userDrawn="1"/>
        </p:nvSpPr>
        <p:spPr>
          <a:xfrm>
            <a:off x="609084" y="2965074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echteck 13">
            <a:extLst>
              <a:ext uri="{FF2B5EF4-FFF2-40B4-BE49-F238E27FC236}">
                <a16:creationId xmlns:a16="http://schemas.microsoft.com/office/drawing/2014/main" id="{9855E7BF-3629-4C02-98DF-CFC1C93CE036}"/>
              </a:ext>
            </a:extLst>
          </p:cNvPr>
          <p:cNvSpPr/>
          <p:nvPr userDrawn="1"/>
        </p:nvSpPr>
        <p:spPr>
          <a:xfrm rot="5400000">
            <a:off x="7360539" y="3424428"/>
            <a:ext cx="210312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13023596"/>
      </p:ext>
    </p:extLst>
  </p:cSld>
  <p:clrMapOvr>
    <a:masterClrMapping/>
  </p:clrMapOvr>
  <p:hf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hteck 7">
            <a:extLst>
              <a:ext uri="{FF2B5EF4-FFF2-40B4-BE49-F238E27FC236}">
                <a16:creationId xmlns:a16="http://schemas.microsoft.com/office/drawing/2014/main" id="{2D6FBB9D-1CAA-4D05-AB33-BABDFE17B843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79A6DB05-9FB5-4B07-8675-74C23D4FD89D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115568" y="2478024"/>
            <a:ext cx="10168128" cy="3694176"/>
          </a:xfrm>
        </p:spPr>
        <p:txBody>
          <a:bodyPr rtlCol="0"/>
          <a:lstStyle/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3D7DED67-27EC-4D43-A21C-093C1DB0481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01852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6747CE3-4890-4BC1-94DB-5D49D02C9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93C5AD3-D79A-4D46-B25B-822FE0252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14864799"/>
      </p:ext>
    </p:extLst>
  </p:cSld>
  <p:clrMapOvr>
    <a:masterClrMapping/>
  </p:clrMapOvr>
  <p:hf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Zi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8E44900-E8BF-4B12-8BCB-41076E2B68C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7784" y="640080"/>
            <a:ext cx="10890504" cy="4114800"/>
          </a:xfrm>
        </p:spPr>
        <p:txBody>
          <a:bodyPr rtlCol="0" anchor="ctr">
            <a:normAutofit/>
          </a:bodyPr>
          <a:lstStyle>
            <a:lvl1pPr algn="ctr">
              <a:defRPr sz="4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 useBgFill="1">
        <p:nvSpPr>
          <p:cNvPr id="4" name="Rechteck 3">
            <a:extLst>
              <a:ext uri="{FF2B5EF4-FFF2-40B4-BE49-F238E27FC236}">
                <a16:creationId xmlns:a16="http://schemas.microsoft.com/office/drawing/2014/main" id="{673635DF-99E4-4A0C-A272-D9FF87695DE7}"/>
              </a:ext>
            </a:extLst>
          </p:cNvPr>
          <p:cNvSpPr/>
          <p:nvPr userDrawn="1"/>
        </p:nvSpPr>
        <p:spPr>
          <a:xfrm>
            <a:off x="558210" y="4981421"/>
            <a:ext cx="11134956" cy="82296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5590C76F-6331-4485-AA5B-D61483481F68}"/>
              </a:ext>
            </a:extLst>
          </p:cNvPr>
          <p:cNvSpPr/>
          <p:nvPr userDrawn="1"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7741F9-B00F-4463-A257-6B66DABD9B4E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41248" y="5102352"/>
            <a:ext cx="10607040" cy="585216"/>
          </a:xfrm>
          <a:solidFill>
            <a:schemeClr val="accent1"/>
          </a:solidFill>
        </p:spPr>
        <p:txBody>
          <a:bodyPr rtlCol="0" anchor="ctr"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ECB2BA4C-9ADA-41DB-B758-9E3CFECDF52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0" name="Fußzeilenplatzhalter 9">
            <a:extLst>
              <a:ext uri="{FF2B5EF4-FFF2-40B4-BE49-F238E27FC236}">
                <a16:creationId xmlns:a16="http://schemas.microsoft.com/office/drawing/2014/main" id="{20957ADB-410A-48BE-AA95-3A708314B0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5112591B-8032-4FDF-9B26-8F505642C5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642926153"/>
      </p:ext>
    </p:extLst>
  </p:cSld>
  <p:clrMapOvr>
    <a:masterClrMapping/>
  </p:clrMapOvr>
  <p:hf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hteck 8">
            <a:extLst>
              <a:ext uri="{FF2B5EF4-FFF2-40B4-BE49-F238E27FC236}">
                <a16:creationId xmlns:a16="http://schemas.microsoft.com/office/drawing/2014/main" id="{342F4163-FF9F-453F-99BB-82B8FDB0A1F9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42239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7607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784555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27" name="Rechteck 26">
            <a:extLst>
              <a:ext uri="{FF2B5EF4-FFF2-40B4-BE49-F238E27FC236}">
                <a16:creationId xmlns:a16="http://schemas.microsoft.com/office/drawing/2014/main" id="{76763C05-47FB-4725-A20D-066889246220}"/>
              </a:ext>
            </a:extLst>
          </p:cNvPr>
          <p:cNvSpPr/>
          <p:nvPr userDrawn="1"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8" name="Titel 1">
            <a:extLst>
              <a:ext uri="{FF2B5EF4-FFF2-40B4-BE49-F238E27FC236}">
                <a16:creationId xmlns:a16="http://schemas.microsoft.com/office/drawing/2014/main" id="{9EDC39EC-C00D-4DE8-8828-E0E5AD579F1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2" name="Bildplatzhalter 14">
            <a:extLst>
              <a:ext uri="{FF2B5EF4-FFF2-40B4-BE49-F238E27FC236}">
                <a16:creationId xmlns:a16="http://schemas.microsoft.com/office/drawing/2014/main" id="{AC393A50-B0FA-44B0-850A-6E748DECA20A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299923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33" name="Bildplatzhalter 14">
            <a:extLst>
              <a:ext uri="{FF2B5EF4-FFF2-40B4-BE49-F238E27FC236}">
                <a16:creationId xmlns:a16="http://schemas.microsoft.com/office/drawing/2014/main" id="{C19D18E3-AE27-4902-A5E1-1E388C8CA886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68712" y="2798064"/>
            <a:ext cx="1463040" cy="1481328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1" name="Datumsplatzhalter 10">
            <a:extLst>
              <a:ext uri="{FF2B5EF4-FFF2-40B4-BE49-F238E27FC236}">
                <a16:creationId xmlns:a16="http://schemas.microsoft.com/office/drawing/2014/main" id="{C4A1E4D4-19E0-496B-BBAF-99A720781C00}"/>
              </a:ext>
            </a:extLst>
          </p:cNvPr>
          <p:cNvSpPr>
            <a:spLocks noGrp="1"/>
          </p:cNvSpPr>
          <p:nvPr>
            <p:ph type="dt" sz="half" idx="32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2" name="Fußzeilenplatzhalter 11">
            <a:extLst>
              <a:ext uri="{FF2B5EF4-FFF2-40B4-BE49-F238E27FC236}">
                <a16:creationId xmlns:a16="http://schemas.microsoft.com/office/drawing/2014/main" id="{D0281C10-EAAA-4F45-8CC9-87F9F9116C21}"/>
              </a:ext>
            </a:extLst>
          </p:cNvPr>
          <p:cNvSpPr>
            <a:spLocks noGrp="1"/>
          </p:cNvSpPr>
          <p:nvPr>
            <p:ph type="ftr" sz="quarter" idx="33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13" name="Foliennummernplatzhalter 12">
            <a:extLst>
              <a:ext uri="{FF2B5EF4-FFF2-40B4-BE49-F238E27FC236}">
                <a16:creationId xmlns:a16="http://schemas.microsoft.com/office/drawing/2014/main" id="{389175D6-43FD-42A2-8595-893FC3BFCDF6}"/>
              </a:ext>
            </a:extLst>
          </p:cNvPr>
          <p:cNvSpPr>
            <a:spLocks noGrp="1"/>
          </p:cNvSpPr>
          <p:nvPr>
            <p:ph type="sldNum" sz="quarter" idx="34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37" name="Textplatzhalter 35">
            <a:extLst>
              <a:ext uri="{FF2B5EF4-FFF2-40B4-BE49-F238E27FC236}">
                <a16:creationId xmlns:a16="http://schemas.microsoft.com/office/drawing/2014/main" id="{28F74B10-F76D-4BBB-A284-01D5A0DF8BCB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43153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38" name="Textplatzhalter 35">
            <a:extLst>
              <a:ext uri="{FF2B5EF4-FFF2-40B4-BE49-F238E27FC236}">
                <a16:creationId xmlns:a16="http://schemas.microsoft.com/office/drawing/2014/main" id="{BD245DC2-6D7B-4AEE-B8EE-0D0E473AFFF5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784555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39" name="Textplatzhalter 35">
            <a:extLst>
              <a:ext uri="{FF2B5EF4-FFF2-40B4-BE49-F238E27FC236}">
                <a16:creationId xmlns:a16="http://schemas.microsoft.com/office/drawing/2014/main" id="{28069EAF-8C82-49CC-8A38-2ACAD26F7DE9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268712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40" name="Textplatzhalter 35">
            <a:extLst>
              <a:ext uri="{FF2B5EF4-FFF2-40B4-BE49-F238E27FC236}">
                <a16:creationId xmlns:a16="http://schemas.microsoft.com/office/drawing/2014/main" id="{DAA3B1CD-59B3-4B73-B91A-88CED1D8FDD6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94360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  <p:sp>
        <p:nvSpPr>
          <p:cNvPr id="41" name="Textplatzhalter 35">
            <a:extLst>
              <a:ext uri="{FF2B5EF4-FFF2-40B4-BE49-F238E27FC236}">
                <a16:creationId xmlns:a16="http://schemas.microsoft.com/office/drawing/2014/main" id="{C1FED6B0-DEB7-46E3-8038-FE6788AC24A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008376" y="4489704"/>
            <a:ext cx="1462088" cy="649288"/>
          </a:xfrm>
        </p:spPr>
        <p:txBody>
          <a:bodyPr rtlCol="0"/>
          <a:lstStyle>
            <a:lvl1pPr marL="0" indent="0" algn="ctr">
              <a:lnSpc>
                <a:spcPct val="100000"/>
              </a:lnSpc>
              <a:spcBef>
                <a:spcPts val="0"/>
              </a:spcBef>
              <a:buNone/>
              <a:defRPr sz="2000"/>
            </a:lvl1pPr>
            <a:lvl2pPr marL="0" indent="0" algn="ctr">
              <a:lnSpc>
                <a:spcPct val="100000"/>
              </a:lnSpc>
              <a:spcBef>
                <a:spcPts val="0"/>
              </a:spcBef>
              <a:buNone/>
              <a:defRPr sz="16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</a:lstStyle>
          <a:p>
            <a:pPr lvl="0" rtl="0"/>
            <a:r>
              <a:rPr lang="de-DE" noProof="0"/>
              <a:t>Name</a:t>
            </a:r>
          </a:p>
          <a:p>
            <a:pPr lvl="1" rtl="0"/>
            <a:r>
              <a:rPr lang="de-DE" noProof="0"/>
              <a:t>Titel</a:t>
            </a:r>
          </a:p>
        </p:txBody>
      </p:sp>
    </p:spTree>
    <p:extLst>
      <p:ext uri="{BB962C8B-B14F-4D97-AF65-F5344CB8AC3E}">
        <p14:creationId xmlns:p14="http://schemas.microsoft.com/office/powerpoint/2010/main" val="1904285172"/>
      </p:ext>
    </p:extLst>
  </p:cSld>
  <p:clrMapOvr>
    <a:masterClrMapping/>
  </p:clrMapOvr>
  <p:hf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hteck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115568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1115568" y="3203688"/>
            <a:ext cx="493776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345936" y="2372650"/>
            <a:ext cx="493776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345936" y="3203687"/>
            <a:ext cx="493776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081237673"/>
      </p:ext>
    </p:extLst>
  </p:cSld>
  <p:clrMapOvr>
    <a:masterClrMapping/>
  </p:clrMapOvr>
  <p:hf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gleich 3 Sp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hteck 10">
            <a:extLst>
              <a:ext uri="{FF2B5EF4-FFF2-40B4-BE49-F238E27FC236}">
                <a16:creationId xmlns:a16="http://schemas.microsoft.com/office/drawing/2014/main" id="{6B671BDE-E45C-41A1-9B98-4A607D703855}"/>
              </a:ext>
            </a:extLst>
          </p:cNvPr>
          <p:cNvSpPr/>
          <p:nvPr userDrawn="1"/>
        </p:nvSpPr>
        <p:spPr>
          <a:xfrm>
            <a:off x="558209" y="0"/>
            <a:ext cx="11167447" cy="2018806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echteck 14">
            <a:extLst>
              <a:ext uri="{FF2B5EF4-FFF2-40B4-BE49-F238E27FC236}">
                <a16:creationId xmlns:a16="http://schemas.microsoft.com/office/drawing/2014/main" id="{C3D0D377-28B0-417D-886B-9483AF064975}"/>
              </a:ext>
            </a:extLst>
          </p:cNvPr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F8F91F8-0767-40B5-A3AA-72931FC192E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115568" y="548640"/>
            <a:ext cx="10168128" cy="1179576"/>
          </a:xfrm>
        </p:spPr>
        <p:txBody>
          <a:bodyPr rtlCol="0">
            <a:normAutofit/>
          </a:bodyPr>
          <a:lstStyle>
            <a:lvl1pPr>
              <a:defRPr sz="40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AAAE0554-8BEE-4BF6-9519-51B8475D35E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7607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FD4A358D-C930-48E0-B372-06A826B74C47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76072" y="3203688"/>
            <a:ext cx="3291840" cy="2968512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83B6615E-4966-4150-83B6-C47591B36383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50799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BD409F6B-C17B-4B4F-9F35-5068BDC4E2FD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450799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8BC356D-052B-4A9B-8B2F-6665FD325AB3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69C5E5FA-26A9-467C-93E3-8476142D1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D279E50C-1E40-4B48-871B-E392428D2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14" name="Textplatzhalter 4">
            <a:extLst>
              <a:ext uri="{FF2B5EF4-FFF2-40B4-BE49-F238E27FC236}">
                <a16:creationId xmlns:a16="http://schemas.microsoft.com/office/drawing/2014/main" id="{CE04853A-B5A7-418B-B49F-E718136614E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439912" y="2372650"/>
            <a:ext cx="3291840" cy="823912"/>
          </a:xfrm>
        </p:spPr>
        <p:txBody>
          <a:bodyPr rtlCol="0" anchor="b"/>
          <a:lstStyle>
            <a:lvl1pPr marL="0" indent="0">
              <a:buNone/>
              <a:defRPr sz="2400" b="1" cap="none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6" name="Inhaltsplatzhalter 5">
            <a:extLst>
              <a:ext uri="{FF2B5EF4-FFF2-40B4-BE49-F238E27FC236}">
                <a16:creationId xmlns:a16="http://schemas.microsoft.com/office/drawing/2014/main" id="{D08E5547-BBB9-4D87-A012-6BC6B1330861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8439912" y="3203687"/>
            <a:ext cx="3291840" cy="2968511"/>
          </a:xfrm>
        </p:spPr>
        <p:txBody>
          <a:bodyPr rtlCol="0"/>
          <a:lstStyle>
            <a:lvl1pPr>
              <a:spcBef>
                <a:spcPts val="1000"/>
              </a:spcBef>
              <a:defRPr sz="1800"/>
            </a:lvl1pPr>
            <a:lvl2pPr>
              <a:spcBef>
                <a:spcPts val="1000"/>
              </a:spcBef>
              <a:defRPr sz="1800"/>
            </a:lvl2pPr>
            <a:lvl3pPr>
              <a:spcBef>
                <a:spcPts val="1000"/>
              </a:spcBef>
              <a:defRPr sz="1800"/>
            </a:lvl3pPr>
            <a:lvl4pPr>
              <a:spcBef>
                <a:spcPts val="1000"/>
              </a:spcBef>
              <a:defRPr sz="1800"/>
            </a:lvl4pPr>
            <a:lvl5pPr>
              <a:spcBef>
                <a:spcPts val="1000"/>
              </a:spcBef>
              <a:defRPr sz="1800"/>
            </a:lvl5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</p:spTree>
    <p:extLst>
      <p:ext uri="{BB962C8B-B14F-4D97-AF65-F5344CB8AC3E}">
        <p14:creationId xmlns:p14="http://schemas.microsoft.com/office/powerpoint/2010/main" val="3779399249"/>
      </p:ext>
    </p:extLst>
  </p:cSld>
  <p:clrMapOvr>
    <a:masterClrMapping/>
  </p:clrMapOvr>
  <p:hf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3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hteck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409575" y="633619"/>
            <a:ext cx="4927413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1248" y="978408"/>
            <a:ext cx="4059936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21671183-B3CE-4F45-92FB-98290CA0E2C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41248" y="2359152"/>
            <a:ext cx="4059936" cy="3429000"/>
          </a:xfrm>
        </p:spPr>
        <p:txBody>
          <a:bodyPr rtlCol="0"/>
          <a:lstStyle>
            <a:lvl1pPr marL="0" indent="0">
              <a:buNone/>
              <a:defRPr sz="18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961120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843016" y="566928"/>
            <a:ext cx="2871216" cy="2340864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345567" y="117043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B3EDCB6-603C-4A22-80E6-232A6202452A}"/>
              </a:ext>
            </a:extLst>
          </p:cNvPr>
          <p:cNvSpPr/>
          <p:nvPr userDrawn="1"/>
        </p:nvSpPr>
        <p:spPr>
          <a:xfrm>
            <a:off x="877459" y="2121408"/>
            <a:ext cx="3958650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843016" y="3108960"/>
            <a:ext cx="5989320" cy="305409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832913367"/>
      </p:ext>
    </p:extLst>
  </p:cSld>
  <p:clrMapOvr>
    <a:masterClrMapping/>
  </p:clrMapOvr>
  <p:hf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 und Inhalt mit 4 Bilder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" name="Rechteck 3">
            <a:extLst>
              <a:ext uri="{FF2B5EF4-FFF2-40B4-BE49-F238E27FC236}">
                <a16:creationId xmlns:a16="http://schemas.microsoft.com/office/drawing/2014/main" id="{2CD68929-9BD1-4A1E-9C1E-5B980D986EC1}"/>
              </a:ext>
            </a:extLst>
          </p:cNvPr>
          <p:cNvSpPr/>
          <p:nvPr userDrawn="1"/>
        </p:nvSpPr>
        <p:spPr>
          <a:xfrm>
            <a:off x="7324344" y="630936"/>
            <a:ext cx="4517136" cy="5495925"/>
          </a:xfrm>
          <a:prstGeom prst="rect">
            <a:avLst/>
          </a:prstGeom>
          <a:ln w="9525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8D358CF-0758-490A-A084-C46443B9ABE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772400" y="978408"/>
            <a:ext cx="3721608" cy="1106424"/>
          </a:xfrm>
        </p:spPr>
        <p:txBody>
          <a:bodyPr rtlCol="0" anchor="ctr">
            <a:normAutofit/>
          </a:bodyPr>
          <a:lstStyle>
            <a:lvl1pPr>
              <a:defRPr sz="28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15" name="Bildplatzhalter 14">
            <a:extLst>
              <a:ext uri="{FF2B5EF4-FFF2-40B4-BE49-F238E27FC236}">
                <a16:creationId xmlns:a16="http://schemas.microsoft.com/office/drawing/2014/main" id="{D9F91D62-7A39-4697-A73D-908DBA590EFB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767328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0" name="Bildplatzhalter 14">
            <a:extLst>
              <a:ext uri="{FF2B5EF4-FFF2-40B4-BE49-F238E27FC236}">
                <a16:creationId xmlns:a16="http://schemas.microsoft.com/office/drawing/2014/main" id="{687A7A61-F904-44E0-837C-FB357932BC1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411480" y="630936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5" name="Rechteck 4">
            <a:extLst>
              <a:ext uri="{FF2B5EF4-FFF2-40B4-BE49-F238E27FC236}">
                <a16:creationId xmlns:a16="http://schemas.microsoft.com/office/drawing/2014/main" id="{B3ED68CE-A00C-4DD9-8065-B0E3D033BC20}"/>
              </a:ext>
            </a:extLst>
          </p:cNvPr>
          <p:cNvSpPr/>
          <p:nvPr userDrawn="1"/>
        </p:nvSpPr>
        <p:spPr>
          <a:xfrm>
            <a:off x="7260336" y="1179576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Bildplatzhalter 14">
            <a:extLst>
              <a:ext uri="{FF2B5EF4-FFF2-40B4-BE49-F238E27FC236}">
                <a16:creationId xmlns:a16="http://schemas.microsoft.com/office/drawing/2014/main" id="{FBB9124E-D1EB-4540-B1E1-DF3CD388BB27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11480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18" name="Datumsplatzhalter 17">
            <a:extLst>
              <a:ext uri="{FF2B5EF4-FFF2-40B4-BE49-F238E27FC236}">
                <a16:creationId xmlns:a16="http://schemas.microsoft.com/office/drawing/2014/main" id="{88171D0F-B23C-4DA9-9F5D-C5F480A4C5BE}"/>
              </a:ext>
            </a:extLst>
          </p:cNvPr>
          <p:cNvSpPr>
            <a:spLocks noGrp="1"/>
          </p:cNvSpPr>
          <p:nvPr>
            <p:ph type="dt" sz="half" idx="18"/>
          </p:nvPr>
        </p:nvSpPr>
        <p:spPr>
          <a:xfrm>
            <a:off x="905256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19" name="Fußzeilenplatzhalter 18">
            <a:extLst>
              <a:ext uri="{FF2B5EF4-FFF2-40B4-BE49-F238E27FC236}">
                <a16:creationId xmlns:a16="http://schemas.microsoft.com/office/drawing/2014/main" id="{69186A5E-A88B-4AD5-8730-E1679229BB9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20" name="Foliennummernplatzhalter 19">
            <a:extLst>
              <a:ext uri="{FF2B5EF4-FFF2-40B4-BE49-F238E27FC236}">
                <a16:creationId xmlns:a16="http://schemas.microsoft.com/office/drawing/2014/main" id="{FDD4F609-6DE6-4637-A216-DB19D982FF19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>
          <a:xfrm>
            <a:off x="8540496" y="6356350"/>
            <a:ext cx="2743200" cy="365125"/>
          </a:xfrm>
        </p:spPr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  <p:sp>
        <p:nvSpPr>
          <p:cNvPr id="6" name="Rechteck 5">
            <a:extLst>
              <a:ext uri="{FF2B5EF4-FFF2-40B4-BE49-F238E27FC236}">
                <a16:creationId xmlns:a16="http://schemas.microsoft.com/office/drawing/2014/main" id="{525280B1-DD77-4ADB-A6FC-71309BCB66E1}"/>
              </a:ext>
            </a:extLst>
          </p:cNvPr>
          <p:cNvSpPr/>
          <p:nvPr userDrawn="1"/>
        </p:nvSpPr>
        <p:spPr>
          <a:xfrm>
            <a:off x="7792216" y="2185416"/>
            <a:ext cx="3683187" cy="9144"/>
          </a:xfrm>
          <a:prstGeom prst="rect">
            <a:avLst/>
          </a:prstGeom>
          <a:solidFill>
            <a:schemeClr val="tx2">
              <a:lumMod val="25000"/>
              <a:lumOff val="75000"/>
            </a:schemeClr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Bildplatzhalter 14">
            <a:extLst>
              <a:ext uri="{FF2B5EF4-FFF2-40B4-BE49-F238E27FC236}">
                <a16:creationId xmlns:a16="http://schemas.microsoft.com/office/drawing/2014/main" id="{6B8374DB-2C54-426F-9768-7B838BE1F98D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767328" y="3438144"/>
            <a:ext cx="3246120" cy="2688336"/>
          </a:xfrm>
        </p:spPr>
        <p:txBody>
          <a:bodyPr rtlCol="0" anchor="ctr"/>
          <a:lstStyle>
            <a:lvl1pPr algn="ctr">
              <a:buNone/>
              <a:defRPr/>
            </a:lvl1pPr>
          </a:lstStyle>
          <a:p>
            <a:pPr rtl="0"/>
            <a:r>
              <a:rPr lang="de-DE" noProof="0"/>
              <a:t>Bild durch Klicken auf Symbol hinzufügen</a:t>
            </a:r>
          </a:p>
        </p:txBody>
      </p:sp>
      <p:sp>
        <p:nvSpPr>
          <p:cNvPr id="8" name="Textplatzhalter 7">
            <a:extLst>
              <a:ext uri="{FF2B5EF4-FFF2-40B4-BE49-F238E27FC236}">
                <a16:creationId xmlns:a16="http://schemas.microsoft.com/office/drawing/2014/main" id="{A0D33A8D-B0BB-4920-AAC4-6EE9952AA556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7772400" y="3099816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1" name="Textplatzhalter 7">
            <a:extLst>
              <a:ext uri="{FF2B5EF4-FFF2-40B4-BE49-F238E27FC236}">
                <a16:creationId xmlns:a16="http://schemas.microsoft.com/office/drawing/2014/main" id="{FC2F80E1-DA5D-4EBA-BDBC-FFD24776ED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772400" y="4215384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2" name="Textplatzhalter 7">
            <a:extLst>
              <a:ext uri="{FF2B5EF4-FFF2-40B4-BE49-F238E27FC236}">
                <a16:creationId xmlns:a16="http://schemas.microsoft.com/office/drawing/2014/main" id="{536A3E74-5D94-4FE5-A5F8-7DA032AD48AF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772400" y="5321808"/>
            <a:ext cx="3721100" cy="447675"/>
          </a:xfrm>
        </p:spPr>
        <p:txBody>
          <a:bodyPr rtlCol="0"/>
          <a:lstStyle>
            <a:lvl1pPr marL="0" indent="0">
              <a:buNone/>
              <a:defRPr sz="1600"/>
            </a:lvl1pPr>
          </a:lstStyle>
          <a:p>
            <a:pPr lvl="0" rtl="0"/>
            <a:r>
              <a:rPr lang="de-DE" noProof="0"/>
              <a:t>Textmasterformat durch Klicken bearbeiten</a:t>
            </a:r>
          </a:p>
        </p:txBody>
      </p:sp>
      <p:sp>
        <p:nvSpPr>
          <p:cNvPr id="23" name="Bildplatzhalter 14">
            <a:extLst>
              <a:ext uri="{FF2B5EF4-FFF2-40B4-BE49-F238E27FC236}">
                <a16:creationId xmlns:a16="http://schemas.microsoft.com/office/drawing/2014/main" id="{A36D2011-9E99-44AA-8612-4EEBAAA5D036}"/>
              </a:ext>
            </a:extLst>
          </p:cNvPr>
          <p:cNvSpPr>
            <a:spLocks noGrp="1"/>
          </p:cNvSpPr>
          <p:nvPr>
            <p:ph type="pic" sz="quarter" idx="25" hasCustomPrompt="1"/>
          </p:nvPr>
        </p:nvSpPr>
        <p:spPr>
          <a:xfrm>
            <a:off x="7772400" y="253288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de-DE" noProof="0"/>
              <a:t>Symbol</a:t>
            </a:r>
          </a:p>
        </p:txBody>
      </p:sp>
      <p:sp>
        <p:nvSpPr>
          <p:cNvPr id="24" name="Bildplatzhalter 14">
            <a:extLst>
              <a:ext uri="{FF2B5EF4-FFF2-40B4-BE49-F238E27FC236}">
                <a16:creationId xmlns:a16="http://schemas.microsoft.com/office/drawing/2014/main" id="{80B0958E-0709-4604-ADAF-A6137275F31B}"/>
              </a:ext>
            </a:extLst>
          </p:cNvPr>
          <p:cNvSpPr>
            <a:spLocks noGrp="1"/>
          </p:cNvSpPr>
          <p:nvPr>
            <p:ph type="pic" sz="quarter" idx="26" hasCustomPrompt="1"/>
          </p:nvPr>
        </p:nvSpPr>
        <p:spPr>
          <a:xfrm>
            <a:off x="7772400" y="3630168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de-DE" noProof="0"/>
              <a:t>Symbol</a:t>
            </a:r>
          </a:p>
        </p:txBody>
      </p:sp>
      <p:sp>
        <p:nvSpPr>
          <p:cNvPr id="25" name="Bildplatzhalter 14">
            <a:extLst>
              <a:ext uri="{FF2B5EF4-FFF2-40B4-BE49-F238E27FC236}">
                <a16:creationId xmlns:a16="http://schemas.microsoft.com/office/drawing/2014/main" id="{F4A09204-1398-472F-B713-0AD49188773D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7772400" y="4754880"/>
            <a:ext cx="457200" cy="457200"/>
          </a:xfrm>
        </p:spPr>
        <p:txBody>
          <a:bodyPr rtlCol="0" anchor="ctr"/>
          <a:lstStyle>
            <a:lvl1pPr algn="ctr">
              <a:buNone/>
              <a:defRPr sz="900"/>
            </a:lvl1pPr>
          </a:lstStyle>
          <a:p>
            <a:pPr rtl="0"/>
            <a:r>
              <a:rPr lang="de-DE" noProof="0"/>
              <a:t>Symbol</a:t>
            </a:r>
          </a:p>
        </p:txBody>
      </p:sp>
    </p:spTree>
    <p:extLst>
      <p:ext uri="{BB962C8B-B14F-4D97-AF65-F5344CB8AC3E}">
        <p14:creationId xmlns:p14="http://schemas.microsoft.com/office/powerpoint/2010/main" val="1731417404"/>
      </p:ext>
    </p:extLst>
  </p:cSld>
  <p:clrMapOvr>
    <a:masterClrMapping/>
  </p:clrMapOvr>
  <p:hf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hteck 6">
            <a:extLst>
              <a:ext uri="{FF2B5EF4-FFF2-40B4-BE49-F238E27FC236}">
                <a16:creationId xmlns:a16="http://schemas.microsoft.com/office/drawing/2014/main" id="{8C0689C4-0DB3-408B-A956-40326B4AE4C4}"/>
              </a:ext>
            </a:extLst>
          </p:cNvPr>
          <p:cNvSpPr/>
          <p:nvPr userDrawn="1"/>
        </p:nvSpPr>
        <p:spPr>
          <a:xfrm>
            <a:off x="665853" y="1533525"/>
            <a:ext cx="10917063" cy="3790950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2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56E1D10E-1C30-41BF-8C3B-C460C9B5597B}"/>
              </a:ext>
            </a:extLst>
          </p:cNvPr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779454F2-0EE5-4888-AF4C-82F825E6226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78992" y="1938528"/>
            <a:ext cx="10177272" cy="2990088"/>
          </a:xfrm>
        </p:spPr>
        <p:txBody>
          <a:bodyPr rtlCol="0">
            <a:normAutofit/>
          </a:bodyPr>
          <a:lstStyle>
            <a:lvl1pPr>
              <a:defRPr sz="5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67C91241-A315-4643-91E5-CF2C25CC90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22706D86-5479-487D-94C8-76093D84F3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A7739411-CED6-43D4-868D-A65C4161A7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065593748"/>
      </p:ext>
    </p:extLst>
  </p:cSld>
  <p:clrMapOvr>
    <a:masterClrMapping/>
  </p:clrMapOvr>
  <p:hf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EAC447E0-1D4D-4EF2-B81B-4B2400EE3E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C9984CA0-2A78-4600-9F3D-19B09E790F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38440955-B18E-49D3-AE7B-B331200E34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39247261"/>
      </p:ext>
    </p:extLst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hteck 8">
            <a:extLst>
              <a:ext uri="{FF2B5EF4-FFF2-40B4-BE49-F238E27FC236}">
                <a16:creationId xmlns:a16="http://schemas.microsoft.com/office/drawing/2014/main" id="{1FA417FE-CD1A-486F-A4AC-E4000A2FB18E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1318F0F5-812B-472C-9408-B80F2553F5E0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47F7751B-CD8F-4F5B-A903-1DCE5D1E83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EFA55C8A-A0BB-441D-976F-EB56D4382DB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965192" y="1709928"/>
            <a:ext cx="6729984" cy="4096512"/>
          </a:xfrm>
        </p:spPr>
        <p:txBody>
          <a:bodyPr rtlCol="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37DE6A51-A2E5-4BFA-B571-9FDFE1BBFB44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29000"/>
            <a:ext cx="3099816" cy="2066544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3D92778A-DD4C-4651-9C53-8B0C44CD88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D6C7F66-2DFA-4146-BE1A-CE2890FE45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D285D185-B1B6-4D62-81BE-BE82C80ACA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1033143358"/>
      </p:ext>
    </p:extLst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hteck 8">
            <a:extLst>
              <a:ext uri="{FF2B5EF4-FFF2-40B4-BE49-F238E27FC236}">
                <a16:creationId xmlns:a16="http://schemas.microsoft.com/office/drawing/2014/main" id="{168B77B5-211C-456E-B79F-306CC3619347}"/>
              </a:ext>
            </a:extLst>
          </p:cNvPr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ln w="12700">
            <a:solidFill>
              <a:schemeClr val="tx2">
                <a:lumMod val="10000"/>
                <a:lumOff val="90000"/>
              </a:schemeClr>
            </a:solidFill>
          </a:ln>
          <a:effectLst>
            <a:outerShdw blurRad="50800" dist="38100" dir="2700000" algn="tl" rotWithShape="0">
              <a:schemeClr val="bg1">
                <a:lumMod val="8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B63C338-194D-4F23-ABEC-60A7EA96F302}"/>
              </a:ext>
            </a:extLst>
          </p:cNvPr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A0C04DCC-0E3E-4F05-9FAC-9FA6CA4B2B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68680" y="1709928"/>
            <a:ext cx="3099816" cy="1709928"/>
          </a:xfrm>
        </p:spPr>
        <p:txBody>
          <a:bodyPr tIns="45720" rtlCol="0" anchor="t">
            <a:normAutofit/>
          </a:bodyPr>
          <a:lstStyle>
            <a:lvl1pPr>
              <a:lnSpc>
                <a:spcPct val="100000"/>
              </a:lnSpc>
              <a:defRPr sz="3400"/>
            </a:lvl1pPr>
          </a:lstStyle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EBA29649-B19F-499E-8E9A-3577EAC8F031}"/>
              </a:ext>
            </a:extLst>
          </p:cNvPr>
          <p:cNvSpPr>
            <a:spLocks noGrp="1"/>
          </p:cNvSpPr>
          <p:nvPr>
            <p:ph type="pic" idx="1" hasCustomPrompt="1"/>
          </p:nvPr>
        </p:nvSpPr>
        <p:spPr>
          <a:xfrm>
            <a:off x="4965192" y="1161288"/>
            <a:ext cx="6729984" cy="4645152"/>
          </a:xfrm>
        </p:spPr>
        <p:txBody>
          <a:bodyPr rtlCol="0">
            <a:normAutofit/>
          </a:bodyPr>
          <a:lstStyle>
            <a:lvl1pPr marL="0" indent="0">
              <a:buNone/>
              <a:defRPr sz="28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 noProof="0"/>
              <a:t>Klicken Sie, um ein Bild hinzuzufügen.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1BC9EF2E-A8CD-41A1-B11A-0D8842797A98}"/>
              </a:ext>
            </a:extLst>
          </p:cNvPr>
          <p:cNvSpPr>
            <a:spLocks noGrp="1"/>
          </p:cNvSpPr>
          <p:nvPr>
            <p:ph type="body" sz="half" idx="2" hasCustomPrompt="1"/>
          </p:nvPr>
        </p:nvSpPr>
        <p:spPr>
          <a:xfrm>
            <a:off x="868680" y="3438144"/>
            <a:ext cx="3099816" cy="2057400"/>
          </a:xfrm>
        </p:spPr>
        <p:txBody>
          <a:bodyPr rtlCol="0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 rtl="0"/>
            <a:r>
              <a:rPr lang="de-DE" noProof="0"/>
              <a:t>Textmasterformate durch Klicken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44257B5-0DE0-401F-9171-E8687A97DBA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68680" y="6356350"/>
            <a:ext cx="2743200" cy="365125"/>
          </a:xfrm>
        </p:spPr>
        <p:txBody>
          <a:bodyPr rtlCol="0"/>
          <a:lstStyle/>
          <a:p>
            <a:pPr rtl="0"/>
            <a:endParaRPr lang="de-DE" noProof="0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788CD9AD-D667-4FD4-AA34-428AA0BCD0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8770FB6-F273-4BA6-8B97-9835AC5378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3107101987"/>
      </p:ext>
    </p:extLst>
  </p:cSld>
  <p:clrMapOvr>
    <a:masterClrMapping/>
  </p:clrMapOvr>
  <p:hf hd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BB325BDE-35A4-4AAD-960B-C1415864AD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rtl="0"/>
            <a:r>
              <a:rPr lang="de-DE" noProof="0"/>
              <a:t>Titelmasterformat durch Klicken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BE459C78-0CC4-4552-93DD-49B4194D00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de-DE" noProof="0"/>
              <a:t>Textmasterformat durch Klicken bearbeiten</a:t>
            </a:r>
          </a:p>
          <a:p>
            <a:pPr lvl="1" rtl="0"/>
            <a:r>
              <a:rPr lang="de-DE" noProof="0"/>
              <a:t>Zweite Ebene</a:t>
            </a:r>
          </a:p>
          <a:p>
            <a:pPr lvl="2" rtl="0"/>
            <a:r>
              <a:rPr lang="de-DE" noProof="0"/>
              <a:t>Dritte Ebene</a:t>
            </a:r>
          </a:p>
          <a:p>
            <a:pPr lvl="3" rtl="0"/>
            <a:r>
              <a:rPr lang="de-DE" noProof="0"/>
              <a:t>Vierte Ebene</a:t>
            </a:r>
          </a:p>
          <a:p>
            <a:pPr lvl="4" rtl="0"/>
            <a:r>
              <a:rPr lang="de-DE" noProof="0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06744A3C-9C54-46A6-B3EF-5B36362423E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endParaRPr lang="de-DE" noProof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7D5A696-7B4B-4181-A961-7D66556D507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r>
              <a:rPr lang="de-DE" noProof="0"/>
              <a:t>C.H.A.O.S - Technische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23038CB5-8F4A-401D-A3A9-B27DC15B7A8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rtl="0"/>
            <a:fld id="{A65A5C87-DF58-40C8-B092-1DE63DB4547E}" type="slidenum">
              <a:rPr lang="de-DE" noProof="0" smtClean="0"/>
              <a:t>‹#›</a:t>
            </a:fld>
            <a:endParaRPr lang="de-DE" noProof="0"/>
          </a:p>
        </p:txBody>
      </p:sp>
    </p:spTree>
    <p:extLst>
      <p:ext uri="{BB962C8B-B14F-4D97-AF65-F5344CB8AC3E}">
        <p14:creationId xmlns:p14="http://schemas.microsoft.com/office/powerpoint/2010/main" val="27580887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A146F7-621A-2B23-9F62-C72ADC9E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CD8F462-3025-B327-12BB-36C16FB257A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r>
              <a:rPr lang="de-DE"/>
              <a:t>Technische Präsentation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B790DE34-8ADC-72D6-AA7C-915D2EB146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84120" y="4142232"/>
            <a:ext cx="7223760" cy="685800"/>
          </a:xfrm>
        </p:spPr>
        <p:txBody>
          <a:bodyPr rtlCol="0"/>
          <a:lstStyle/>
          <a:p>
            <a:pPr rtl="0"/>
            <a:r>
              <a:rPr lang="de-DE"/>
              <a:t>Automatische Sortieranlage</a:t>
            </a:r>
          </a:p>
        </p:txBody>
      </p:sp>
      <p:sp>
        <p:nvSpPr>
          <p:cNvPr id="5" name="Untertitel 2">
            <a:extLst>
              <a:ext uri="{FF2B5EF4-FFF2-40B4-BE49-F238E27FC236}">
                <a16:creationId xmlns:a16="http://schemas.microsoft.com/office/drawing/2014/main" id="{D7191100-1733-DE92-6C61-698C9703253F}"/>
              </a:ext>
            </a:extLst>
          </p:cNvPr>
          <p:cNvSpPr txBox="1">
            <a:spLocks/>
          </p:cNvSpPr>
          <p:nvPr/>
        </p:nvSpPr>
        <p:spPr>
          <a:xfrm>
            <a:off x="2967824" y="4924110"/>
            <a:ext cx="6256352" cy="68248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C.H.A.O.S - Cats &amp; Horned Animals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Organisation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System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  <p:sp>
        <p:nvSpPr>
          <p:cNvPr id="4" name="Untertitel 2">
            <a:extLst>
              <a:ext uri="{FF2B5EF4-FFF2-40B4-BE49-F238E27FC236}">
                <a16:creationId xmlns:a16="http://schemas.microsoft.com/office/drawing/2014/main" id="{D431C900-1C0C-C5C3-77F3-113E786FCD1F}"/>
              </a:ext>
            </a:extLst>
          </p:cNvPr>
          <p:cNvSpPr txBox="1">
            <a:spLocks/>
          </p:cNvSpPr>
          <p:nvPr/>
        </p:nvSpPr>
        <p:spPr>
          <a:xfrm>
            <a:off x="3646484" y="5702675"/>
            <a:ext cx="4895983" cy="682487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>
            <a:lvl1pPr marL="0" indent="0" algn="ctr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RO45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  <a:ea typeface="+mn-ea"/>
                <a:cs typeface="+mn-cs"/>
              </a:rPr>
              <a:t> </a:t>
            </a: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Robotik Projekt 3</a:t>
            </a:r>
          </a:p>
        </p:txBody>
      </p:sp>
    </p:spTree>
    <p:extLst>
      <p:ext uri="{BB962C8B-B14F-4D97-AF65-F5344CB8AC3E}">
        <p14:creationId xmlns:p14="http://schemas.microsoft.com/office/powerpoint/2010/main" val="12415291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AAB3-7162-AEDE-653F-51D7D7BCE0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041DFC3-B7A3-EE7E-F0FF-E4AB439D4E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CE4CCA86-394D-B32C-CBDF-D19AE9112B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/24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F0CD3E9-74BC-7C59-5727-727323C57F79}"/>
              </a:ext>
            </a:extLst>
          </p:cNvPr>
          <p:cNvSpPr txBox="1"/>
          <p:nvPr/>
        </p:nvSpPr>
        <p:spPr>
          <a:xfrm>
            <a:off x="735495" y="2875002"/>
            <a:ext cx="2537791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6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Inhalt</a:t>
            </a:r>
          </a:p>
        </p:txBody>
      </p:sp>
      <p:sp>
        <p:nvSpPr>
          <p:cNvPr id="8" name="Textplatzhalter 2">
            <a:extLst>
              <a:ext uri="{FF2B5EF4-FFF2-40B4-BE49-F238E27FC236}">
                <a16:creationId xmlns:a16="http://schemas.microsoft.com/office/drawing/2014/main" id="{0D1E35AE-CD70-095F-ECAE-45EBF775A1A5}"/>
              </a:ext>
            </a:extLst>
          </p:cNvPr>
          <p:cNvSpPr txBox="1">
            <a:spLocks/>
          </p:cNvSpPr>
          <p:nvPr/>
        </p:nvSpPr>
        <p:spPr>
          <a:xfrm>
            <a:off x="4578624" y="1796417"/>
            <a:ext cx="5738191" cy="5201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Vision &amp; Machine-Learning Pipeline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3065C0BE-CF6D-85AA-F5A3-E5F4B1945FB2}"/>
              </a:ext>
            </a:extLst>
          </p:cNvPr>
          <p:cNvSpPr/>
          <p:nvPr/>
        </p:nvSpPr>
        <p:spPr>
          <a:xfrm>
            <a:off x="273127" y="2815250"/>
            <a:ext cx="148792" cy="1227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Textplatzhalter 2">
            <a:extLst>
              <a:ext uri="{FF2B5EF4-FFF2-40B4-BE49-F238E27FC236}">
                <a16:creationId xmlns:a16="http://schemas.microsoft.com/office/drawing/2014/main" id="{6FFD9C0F-77EF-0DD0-DDDC-342B13C6D103}"/>
              </a:ext>
            </a:extLst>
          </p:cNvPr>
          <p:cNvSpPr txBox="1">
            <a:spLocks/>
          </p:cNvSpPr>
          <p:nvPr/>
        </p:nvSpPr>
        <p:spPr>
          <a:xfrm>
            <a:off x="4578625" y="2556833"/>
            <a:ext cx="5738191" cy="5201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marR="0" lvl="0" indent="-342900" algn="just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Systemkoordination &amp; Bewegungssteuerung</a:t>
            </a:r>
          </a:p>
        </p:txBody>
      </p:sp>
      <p:sp>
        <p:nvSpPr>
          <p:cNvPr id="9" name="Textplatzhalter 2">
            <a:extLst>
              <a:ext uri="{FF2B5EF4-FFF2-40B4-BE49-F238E27FC236}">
                <a16:creationId xmlns:a16="http://schemas.microsoft.com/office/drawing/2014/main" id="{8A998B66-1AAF-3407-948C-60D1775A755D}"/>
              </a:ext>
            </a:extLst>
          </p:cNvPr>
          <p:cNvSpPr txBox="1">
            <a:spLocks/>
          </p:cNvSpPr>
          <p:nvPr/>
        </p:nvSpPr>
        <p:spPr>
          <a:xfrm>
            <a:off x="4962939" y="3244362"/>
            <a:ext cx="5353875" cy="1609714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Designentscheidungen</a:t>
            </a: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Technische</a:t>
            </a: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 Details</a:t>
            </a: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lt"/>
                <a:cs typeface="+mn-lt"/>
              </a:rPr>
              <a:t>Anpassungen</a:t>
            </a:r>
            <a:endParaRPr kumimoji="0" lang="en-US" sz="20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2EB8EA1D-DACD-9FCF-302C-7F3BB012985D}"/>
              </a:ext>
            </a:extLst>
          </p:cNvPr>
          <p:cNvSpPr txBox="1">
            <a:spLocks/>
          </p:cNvSpPr>
          <p:nvPr/>
        </p:nvSpPr>
        <p:spPr>
          <a:xfrm>
            <a:off x="4578624" y="5024261"/>
            <a:ext cx="5738191" cy="520148"/>
          </a:xfrm>
          <a:prstGeom prst="rect">
            <a:avLst/>
          </a:prstGeom>
          <a:solidFill>
            <a:schemeClr val="accent1"/>
          </a:solidFill>
          <a:ln>
            <a:solidFill>
              <a:schemeClr val="accent1"/>
            </a:solidFill>
          </a:ln>
        </p:spPr>
        <p:txBody>
          <a:bodyPr lIns="91440" tIns="45720" rIns="91440" bIns="45720" rtlCol="0" anchor="ctr">
            <a:normAutofit/>
          </a:bodyPr>
          <a:lstStyle>
            <a:lvl1pPr marL="228600" indent="-228600" algn="l" defTabSz="914400" rtl="0" eaLnBrk="1" latinLnBrk="0" hangingPunct="1">
              <a:lnSpc>
                <a:spcPct val="11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1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2900" indent="-342900" algn="just">
              <a:defRPr/>
            </a:pPr>
            <a:r>
              <a:rPr lang="en-US" sz="2000">
                <a:solidFill>
                  <a:srgbClr val="000000"/>
                </a:solidFill>
                <a:latin typeface="Avenir Next LT Pro"/>
              </a:rPr>
              <a:t>Lessons Learned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</p:spTree>
    <p:extLst>
      <p:ext uri="{BB962C8B-B14F-4D97-AF65-F5344CB8AC3E}">
        <p14:creationId xmlns:p14="http://schemas.microsoft.com/office/powerpoint/2010/main" val="304727238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42E57C-58B1-2EF1-3457-4019110827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2E621D5-AB4C-6C2E-59A5-3B40AE6AB15A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B0E3E09-5153-6C33-C19D-93F9300D9D11}"/>
              </a:ext>
            </a:extLst>
          </p:cNvPr>
          <p:cNvSpPr txBox="1"/>
          <p:nvPr/>
        </p:nvSpPr>
        <p:spPr>
          <a:xfrm>
            <a:off x="607941" y="196399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Designentscheidung – Architektur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BE241D8-76DE-DEBB-38EA-94509B92B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54A39812-2512-6D59-B7DE-8F7BFE050CD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04" r="499" b="648"/>
          <a:stretch>
            <a:fillRect/>
          </a:stretch>
        </p:blipFill>
        <p:spPr>
          <a:xfrm>
            <a:off x="6341165" y="196399"/>
            <a:ext cx="5671607" cy="5891225"/>
          </a:xfrm>
          <a:prstGeom prst="rect">
            <a:avLst/>
          </a:prstGeom>
        </p:spPr>
      </p:pic>
      <p:sp>
        <p:nvSpPr>
          <p:cNvPr id="10" name="Textfeld 9">
            <a:extLst>
              <a:ext uri="{FF2B5EF4-FFF2-40B4-BE49-F238E27FC236}">
                <a16:creationId xmlns:a16="http://schemas.microsoft.com/office/drawing/2014/main" id="{7C1B5083-382D-1A72-875D-DF72F8917736}"/>
              </a:ext>
            </a:extLst>
          </p:cNvPr>
          <p:cNvSpPr txBox="1"/>
          <p:nvPr/>
        </p:nvSpPr>
        <p:spPr>
          <a:xfrm>
            <a:off x="607941" y="1199321"/>
            <a:ext cx="4803913" cy="230832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de-DE" err="1">
                <a:solidFill>
                  <a:srgbClr val="000000"/>
                </a:solidFill>
                <a:latin typeface="Avenir Next LT Pro"/>
              </a:rPr>
              <a:t>Machine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Vision und </a:t>
            </a:r>
            <a:r>
              <a:rPr lang="de-DE" err="1">
                <a:solidFill>
                  <a:srgbClr val="000000"/>
                </a:solidFill>
                <a:latin typeface="Avenir Next LT Pro"/>
              </a:rPr>
              <a:t>Machine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Learning</a:t>
            </a: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de-DE">
              <a:solidFill>
                <a:srgbClr val="000000"/>
              </a:solidFill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Nodes: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Kamera Node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de-DE" err="1">
                <a:solidFill>
                  <a:srgbClr val="000000"/>
                </a:solidFill>
                <a:latin typeface="Avenir Next LT Pro"/>
              </a:rPr>
              <a:t>Machine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 Learning Node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Coord prediction Node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Planner Node</a:t>
            </a:r>
          </a:p>
          <a:p>
            <a:pPr marL="742950" lvl="1" indent="-285750">
              <a:buFont typeface="Courier New" panose="020B0604020202020204" pitchFamily="34" charset="0"/>
              <a:buChar char="o"/>
              <a:defRPr/>
            </a:pPr>
            <a:endParaRPr lang="de-DE">
              <a:solidFill>
                <a:srgbClr val="000000"/>
              </a:solidFill>
              <a:latin typeface="Avenir Next LT Pro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D443EC-ABC4-0F90-0639-77563720F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3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622542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487939-92B2-97DB-9677-4888D17A75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6145EC45-D698-64E5-E73A-335202152F18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4E2F8A0-C4AD-DC3D-06B8-59E71B503B70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Designentscheidung – </a:t>
            </a:r>
            <a:r>
              <a:rPr kumimoji="0" lang="de-DE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Aruco</a:t>
            </a: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Marker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8CA6986-F3B5-B8B9-45F7-592110391C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pic>
        <p:nvPicPr>
          <p:cNvPr id="4" name="Picture 7" descr="A close-up of a measuring scale&#10;&#10;AI-generated content may be incorrect.">
            <a:extLst>
              <a:ext uri="{FF2B5EF4-FFF2-40B4-BE49-F238E27FC236}">
                <a16:creationId xmlns:a16="http://schemas.microsoft.com/office/drawing/2014/main" id="{01905C3A-D580-FD81-61AB-D484ADE3E9F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0394" t="3648" r="5542" b="8310"/>
          <a:stretch>
            <a:fillRect/>
          </a:stretch>
        </p:blipFill>
        <p:spPr>
          <a:xfrm>
            <a:off x="8550338" y="921132"/>
            <a:ext cx="1696381" cy="5249619"/>
          </a:xfrm>
          <a:prstGeom prst="rect">
            <a:avLst/>
          </a:prstGeom>
        </p:spPr>
      </p:pic>
      <p:pic>
        <p:nvPicPr>
          <p:cNvPr id="6" name="Picture 8" descr="A close-up of a screen&#10;&#10;AI-generated content may be incorrect.">
            <a:extLst>
              <a:ext uri="{FF2B5EF4-FFF2-40B4-BE49-F238E27FC236}">
                <a16:creationId xmlns:a16="http://schemas.microsoft.com/office/drawing/2014/main" id="{731B96E7-5286-7C8E-18F9-B14EEFEB317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62" t="3442" r="5800" b="8517"/>
          <a:stretch>
            <a:fillRect/>
          </a:stretch>
        </p:blipFill>
        <p:spPr>
          <a:xfrm>
            <a:off x="5367699" y="911452"/>
            <a:ext cx="1695658" cy="5249619"/>
          </a:xfrm>
          <a:prstGeom prst="rect">
            <a:avLst/>
          </a:prstGeom>
        </p:spPr>
      </p:pic>
      <p:pic>
        <p:nvPicPr>
          <p:cNvPr id="8" name="Picture 9">
            <a:extLst>
              <a:ext uri="{FF2B5EF4-FFF2-40B4-BE49-F238E27FC236}">
                <a16:creationId xmlns:a16="http://schemas.microsoft.com/office/drawing/2014/main" id="{8DE123FB-0590-4E2F-8B24-3EFFBD5A929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0501" t="3658" r="4695" b="8192"/>
          <a:stretch>
            <a:fillRect/>
          </a:stretch>
        </p:blipFill>
        <p:spPr>
          <a:xfrm>
            <a:off x="752510" y="914679"/>
            <a:ext cx="2935535" cy="5256072"/>
          </a:xfrm>
          <a:prstGeom prst="rect">
            <a:avLst/>
          </a:prstGeom>
        </p:spPr>
      </p:pic>
      <p:sp>
        <p:nvSpPr>
          <p:cNvPr id="9" name="Pfeil: nach rechts 8">
            <a:extLst>
              <a:ext uri="{FF2B5EF4-FFF2-40B4-BE49-F238E27FC236}">
                <a16:creationId xmlns:a16="http://schemas.microsoft.com/office/drawing/2014/main" id="{9C5577C6-2F93-38EB-FC27-E85FA7501B1A}"/>
              </a:ext>
            </a:extLst>
          </p:cNvPr>
          <p:cNvSpPr/>
          <p:nvPr/>
        </p:nvSpPr>
        <p:spPr>
          <a:xfrm>
            <a:off x="4088296" y="3200400"/>
            <a:ext cx="947530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Pfeil: nach rechts 9">
            <a:extLst>
              <a:ext uri="{FF2B5EF4-FFF2-40B4-BE49-F238E27FC236}">
                <a16:creationId xmlns:a16="http://schemas.microsoft.com/office/drawing/2014/main" id="{FE4F2D11-6130-5F51-CA3C-7E48CD0A4812}"/>
              </a:ext>
            </a:extLst>
          </p:cNvPr>
          <p:cNvSpPr/>
          <p:nvPr/>
        </p:nvSpPr>
        <p:spPr>
          <a:xfrm>
            <a:off x="7333082" y="3200400"/>
            <a:ext cx="947530" cy="36512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17F7A5-429A-110B-D6A1-8DCFE4E59F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4</a:t>
            </a:fld>
            <a:r>
              <a:rPr lang="de-DE"/>
              <a:t>/24</a:t>
            </a:r>
          </a:p>
        </p:txBody>
      </p:sp>
    </p:spTree>
    <p:extLst>
      <p:ext uri="{BB962C8B-B14F-4D97-AF65-F5344CB8AC3E}">
        <p14:creationId xmlns:p14="http://schemas.microsoft.com/office/powerpoint/2010/main" val="16275162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2CB966-E669-D2E2-D930-0472A27278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B951597C-BD33-2E5E-4130-330FEAD4C1A3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AE3B4BB-C24F-C998-2F73-51B804ADA492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– </a:t>
            </a:r>
            <a:r>
              <a:rPr kumimoji="0" lang="de-DE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Aruco</a:t>
            </a: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Marker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B5D42FE-0038-48A8-E2DC-7F0255EE11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pic>
        <p:nvPicPr>
          <p:cNvPr id="7" name="Picture 9">
            <a:extLst>
              <a:ext uri="{FF2B5EF4-FFF2-40B4-BE49-F238E27FC236}">
                <a16:creationId xmlns:a16="http://schemas.microsoft.com/office/drawing/2014/main" id="{FBE9664E-1C95-9960-C9D6-23C073B4AD4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0501" t="3658" r="4695" b="8192"/>
          <a:stretch>
            <a:fillRect/>
          </a:stretch>
        </p:blipFill>
        <p:spPr>
          <a:xfrm>
            <a:off x="1976458" y="908226"/>
            <a:ext cx="2935535" cy="5256072"/>
          </a:xfrm>
          <a:prstGeom prst="rect">
            <a:avLst/>
          </a:prstGeom>
        </p:spPr>
      </p:pic>
      <p:sp>
        <p:nvSpPr>
          <p:cNvPr id="11" name="Kreis: nicht ausgefüllt 10">
            <a:extLst>
              <a:ext uri="{FF2B5EF4-FFF2-40B4-BE49-F238E27FC236}">
                <a16:creationId xmlns:a16="http://schemas.microsoft.com/office/drawing/2014/main" id="{E3253241-3681-F968-AB8C-A8ADC5BC54A5}"/>
              </a:ext>
            </a:extLst>
          </p:cNvPr>
          <p:cNvSpPr/>
          <p:nvPr/>
        </p:nvSpPr>
        <p:spPr>
          <a:xfrm>
            <a:off x="3353076" y="1621808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2" name="Kreis: nicht ausgefüllt 11">
            <a:extLst>
              <a:ext uri="{FF2B5EF4-FFF2-40B4-BE49-F238E27FC236}">
                <a16:creationId xmlns:a16="http://schemas.microsoft.com/office/drawing/2014/main" id="{3FBCCEFD-0D02-90B5-5353-BFFBC27ED192}"/>
              </a:ext>
            </a:extLst>
          </p:cNvPr>
          <p:cNvSpPr/>
          <p:nvPr/>
        </p:nvSpPr>
        <p:spPr>
          <a:xfrm>
            <a:off x="2559326" y="1621808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3" name="Kreis: nicht ausgefüllt 12">
            <a:extLst>
              <a:ext uri="{FF2B5EF4-FFF2-40B4-BE49-F238E27FC236}">
                <a16:creationId xmlns:a16="http://schemas.microsoft.com/office/drawing/2014/main" id="{F4EBA155-0442-1563-E56D-BAC77823130E}"/>
              </a:ext>
            </a:extLst>
          </p:cNvPr>
          <p:cNvSpPr/>
          <p:nvPr/>
        </p:nvSpPr>
        <p:spPr>
          <a:xfrm>
            <a:off x="3397526" y="2252839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4" name="Kreis: nicht ausgefüllt 13">
            <a:extLst>
              <a:ext uri="{FF2B5EF4-FFF2-40B4-BE49-F238E27FC236}">
                <a16:creationId xmlns:a16="http://schemas.microsoft.com/office/drawing/2014/main" id="{7A66686E-C2F1-79A5-3963-F16C526A401B}"/>
              </a:ext>
            </a:extLst>
          </p:cNvPr>
          <p:cNvSpPr/>
          <p:nvPr/>
        </p:nvSpPr>
        <p:spPr>
          <a:xfrm>
            <a:off x="2559326" y="2296496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5" name="Kreis: nicht ausgefüllt 14">
            <a:extLst>
              <a:ext uri="{FF2B5EF4-FFF2-40B4-BE49-F238E27FC236}">
                <a16:creationId xmlns:a16="http://schemas.microsoft.com/office/drawing/2014/main" id="{51FEAACD-1C06-0F0E-F5F9-C5F677AA5BD6}"/>
              </a:ext>
            </a:extLst>
          </p:cNvPr>
          <p:cNvSpPr/>
          <p:nvPr/>
        </p:nvSpPr>
        <p:spPr>
          <a:xfrm>
            <a:off x="3521351" y="4373739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6" name="Kreis: nicht ausgefüllt 15">
            <a:extLst>
              <a:ext uri="{FF2B5EF4-FFF2-40B4-BE49-F238E27FC236}">
                <a16:creationId xmlns:a16="http://schemas.microsoft.com/office/drawing/2014/main" id="{B4C606AB-64FC-FD7D-AA52-9D984CB09246}"/>
              </a:ext>
            </a:extLst>
          </p:cNvPr>
          <p:cNvSpPr/>
          <p:nvPr/>
        </p:nvSpPr>
        <p:spPr>
          <a:xfrm>
            <a:off x="2613301" y="4418189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7" name="Kreis: nicht ausgefüllt 16">
            <a:extLst>
              <a:ext uri="{FF2B5EF4-FFF2-40B4-BE49-F238E27FC236}">
                <a16:creationId xmlns:a16="http://schemas.microsoft.com/office/drawing/2014/main" id="{A1529A1A-077F-B7EB-3D12-BA4F6D8E6DC9}"/>
              </a:ext>
            </a:extLst>
          </p:cNvPr>
          <p:cNvSpPr/>
          <p:nvPr/>
        </p:nvSpPr>
        <p:spPr>
          <a:xfrm>
            <a:off x="2664101" y="5218289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8" name="Kreis: nicht ausgefüllt 17">
            <a:extLst>
              <a:ext uri="{FF2B5EF4-FFF2-40B4-BE49-F238E27FC236}">
                <a16:creationId xmlns:a16="http://schemas.microsoft.com/office/drawing/2014/main" id="{B2DF36A9-9A78-FA07-6AB8-EF05D58B754E}"/>
              </a:ext>
            </a:extLst>
          </p:cNvPr>
          <p:cNvSpPr/>
          <p:nvPr/>
        </p:nvSpPr>
        <p:spPr>
          <a:xfrm>
            <a:off x="3591201" y="5218289"/>
            <a:ext cx="387350" cy="387350"/>
          </a:xfrm>
          <a:prstGeom prst="donut">
            <a:avLst/>
          </a:prstGeom>
          <a:solidFill>
            <a:schemeClr val="accent1"/>
          </a:solidFill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9" name="Picture 8" descr="A close-up of a screen&#10;&#10;AI-generated content may be incorrect.">
            <a:extLst>
              <a:ext uri="{FF2B5EF4-FFF2-40B4-BE49-F238E27FC236}">
                <a16:creationId xmlns:a16="http://schemas.microsoft.com/office/drawing/2014/main" id="{D219C0BD-88E7-D910-0315-1628F0BB1A5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162" t="3442" r="5800" b="8517"/>
          <a:stretch>
            <a:fillRect/>
          </a:stretch>
        </p:blipFill>
        <p:spPr>
          <a:xfrm>
            <a:off x="7128355" y="908329"/>
            <a:ext cx="1695658" cy="5249619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709BA8D-CA59-5CA1-830A-7E7BF166C7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5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65268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FEA101-1355-38E3-B25E-363DCCB20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466E7AC-257E-471B-5950-78A484EFF55C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720B13F-7D1B-6828-A42E-A7B30D1C41E9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-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Griffpunkt</a:t>
            </a:r>
            <a:r>
              <a:rPr kumimoji="0" lang="en-US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2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Berechnung</a:t>
            </a:r>
            <a:endParaRPr kumimoji="0" lang="de-DE" sz="2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533DF78-B974-F06C-BF76-5B67C0CB15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F7B25D8-CE04-740E-F87C-9C3D057AE736}"/>
              </a:ext>
            </a:extLst>
          </p:cNvPr>
          <p:cNvSpPr txBox="1"/>
          <p:nvPr/>
        </p:nvSpPr>
        <p:spPr>
          <a:xfrm>
            <a:off x="567764" y="2828835"/>
            <a:ext cx="10365279" cy="193899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rPr>
              <a:t>cv.distanceTransform()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rPr>
              <a:t>Der weiteste vom Rand entfernte Punkt wird ermittelt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742950" lvl="1" indent="-285750"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Avenir Next LT Pro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rPr>
              <a:t>Obj unabhängiger optimaler Griffpunkt wird berechnet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rPr>
              <a:t>​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13DF0F-2C0A-FB4F-E0F4-29372D8C07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6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3396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F0ED6A-4E98-68C1-0CDD-0706BC54A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8D26F47-89DA-0A37-5973-6C3BFE7B1383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DE621CA-F708-D386-A62D-F8D4D7E1D1F2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– Queues und Filter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541DC8AD-392A-8D33-17F4-C3D951F547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DB896CC-1E96-8AB6-D4A9-4C745FD989AA}"/>
              </a:ext>
            </a:extLst>
          </p:cNvPr>
          <p:cNvSpPr txBox="1"/>
          <p:nvPr/>
        </p:nvSpPr>
        <p:spPr>
          <a:xfrm>
            <a:off x="567764" y="2308314"/>
            <a:ext cx="7620000" cy="224676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Queues</a:t>
            </a:r>
            <a:endParaRPr lang="de-DE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</a:rPr>
              <a:t>Den aktuellen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Verlauf von Daten einzusehen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800100" lvl="1" indent="-342900"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Avenir Next LT Pro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Limitiert auf eine bestimmte Anzahl an Daten 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5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Filter</a:t>
            </a:r>
            <a:endParaRPr lang="de-DE" sz="20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800100" marR="0" lvl="1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Medianfilter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um </a:t>
            </a:r>
            <a:r>
              <a:rPr lang="de-DE" sz="2000">
                <a:solidFill>
                  <a:srgbClr val="000000"/>
                </a:solidFill>
                <a:latin typeface="Avenir Next LT Pro"/>
              </a:rPr>
              <a:t>Ausreißer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zu entfernen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334865F-16A0-297A-CB03-CD8CC539D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7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775752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0E1DB-4AA5-0BEA-C30C-179693E8FB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07A37FCB-D0D2-E24C-4AF8-5ADAA3C6233A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12397C05-A021-BFE2-3EA7-A84782764E92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– Machine Learning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27EBC1A-5CB3-52F6-99D2-E3BC165E12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pic>
        <p:nvPicPr>
          <p:cNvPr id="4" name="Content Placeholder 6" descr="A graph with numbers and symbols&#10;&#10;AI-generated content may be incorrect.">
            <a:extLst>
              <a:ext uri="{FF2B5EF4-FFF2-40B4-BE49-F238E27FC236}">
                <a16:creationId xmlns:a16="http://schemas.microsoft.com/office/drawing/2014/main" id="{01B684DA-477F-A183-2F9B-888B60F71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7210" y="876427"/>
            <a:ext cx="7097580" cy="5105145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5CF9809-EC62-73DB-9660-B2321AD272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8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346498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BE8C92-E924-960A-429B-DD04751EF4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63CB8BF-4F3D-3856-2744-D236FEED08FA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D0A0B8E1-56F3-B06F-BBEE-DAB5801729A2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– Machine Learning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4AED04A-9B4B-011F-BF49-4D73D1BB3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pic>
        <p:nvPicPr>
          <p:cNvPr id="6" name="Content Placeholder 4">
            <a:extLst>
              <a:ext uri="{FF2B5EF4-FFF2-40B4-BE49-F238E27FC236}">
                <a16:creationId xmlns:a16="http://schemas.microsoft.com/office/drawing/2014/main" id="{6B2B1755-02DB-A04B-FA24-2123B155C3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1162" y="716174"/>
            <a:ext cx="6029676" cy="5593366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2769187-415D-2CB2-BFF0-F7D2ABCE17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9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542850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023349-2987-2046-FAEF-E36E5859D3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74A2B92E-E837-FAB8-B4CA-A9A64862C35D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251CF82-4753-57A2-C6DF-8A6A6EC774A9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– Machine Learning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8054B21F-2E95-85C2-90DC-C6DBD8F88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9A595C17-2427-A092-176B-AD9B2C257CF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484" r="242" b="705"/>
          <a:stretch>
            <a:fillRect/>
          </a:stretch>
        </p:blipFill>
        <p:spPr>
          <a:xfrm>
            <a:off x="2712779" y="1025209"/>
            <a:ext cx="7005498" cy="4807582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68E82F-0DC0-5B5F-CF91-025AE30DF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10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6794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CE396-66CB-F82C-F2C8-22CE4EAABF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735E372-9341-BC8F-DB95-66FADBD5E33F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0B525917-FCE5-54DF-67EB-E0392D4A1FF5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Designentscheidung – ID-Zuweisung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29BBE4A-D83F-151B-4E06-C0FE598F6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F0839E5-A74C-CEF8-120D-69C96F0BC752}"/>
              </a:ext>
            </a:extLst>
          </p:cNvPr>
          <p:cNvSpPr txBox="1"/>
          <p:nvPr/>
        </p:nvSpPr>
        <p:spPr>
          <a:xfrm>
            <a:off x="567764" y="1713601"/>
            <a:ext cx="10365279" cy="3785652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Abspeichern der vorherigen Position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Schwellenwert gesteuert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Wenn aktuelle Position außerhalb des Schwellenwert liegt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Avenir Next LT Pro"/>
            </a:endParaRPr>
          </a:p>
          <a:p>
            <a:pPr lvl="1"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  <a:sym typeface="Wingdings" panose="05000000000000000000" pitchFamily="2" charset="2"/>
              </a:rPr>
              <a:t> Neue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 ID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5000000000000000000" pitchFamily="2" charset="2"/>
              <a:buChar char="•"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Wenn aktuelle Position innerhalb des Schwellenwerts liegt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de-DE" sz="2000">
              <a:solidFill>
                <a:srgbClr val="000000"/>
              </a:solidFill>
              <a:latin typeface="Avenir Next LT Pro"/>
            </a:endParaRPr>
          </a:p>
          <a:p>
            <a:pPr lvl="1">
              <a:defRPr/>
            </a:pPr>
            <a:r>
              <a:rPr lang="de-DE" sz="2000">
                <a:solidFill>
                  <a:srgbClr val="000000"/>
                </a:solidFill>
                <a:latin typeface="Avenir Next LT Pro"/>
                <a:sym typeface="Wingdings" panose="05000000000000000000" pitchFamily="2" charset="2"/>
              </a:rPr>
              <a:t> </a:t>
            </a: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Gleiche ID 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rPr>
              <a:t>​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EA614FB-46B2-7509-792D-2369CCB7AA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11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21441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EA44BFC-B32F-360E-1D0F-13896D5442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CB5B355C-E1D6-1D38-3B4B-2515B597CD60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62ADBA7D-1602-0C11-5576-843260ABD0EE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 Details - Planner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7C460E-0E1F-B997-20E3-BFA831C29C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08EF4E51-202A-6FC5-4B95-A416C1132A28}"/>
              </a:ext>
            </a:extLst>
          </p:cNvPr>
          <p:cNvSpPr txBox="1"/>
          <p:nvPr/>
        </p:nvSpPr>
        <p:spPr>
          <a:xfrm>
            <a:off x="567764" y="2274838"/>
            <a:ext cx="10365279" cy="2554545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Zusammenführen der getrennten Daten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Auswerten von rejected-obj 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Aktuelles gültiges Objekt ausgeben mit aktueller Position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Objekt entfernen, sobald feedback kommt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</a:rPr>
              <a:t>​</a:t>
            </a:r>
            <a:endParaRPr lang="de-DE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cs typeface="Segoe U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FFF1D63-3D6E-EDCB-9D67-FF378C6BDB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12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33685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3D2CE-CE22-612F-C5CF-4745B284256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90FD6776-8402-364B-EC99-314F0E4C5628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4F77016-BD42-781F-4EDA-63A3665607AA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Anpassungen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A5CB6942-3E93-26D2-9989-66C48F36E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1754C331-B1F1-4347-3290-E33F90A03006}"/>
              </a:ext>
            </a:extLst>
          </p:cNvPr>
          <p:cNvSpPr txBox="1"/>
          <p:nvPr/>
        </p:nvSpPr>
        <p:spPr>
          <a:xfrm>
            <a:off x="567764" y="2965660"/>
            <a:ext cx="10365279" cy="92333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Wechsel von Offsetvariable zu distanceTransform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285750" indent="-285750">
              <a:buFont typeface="Arial" panose="020B0604020202020204" pitchFamily="34" charset="0"/>
              <a:buChar char="•"/>
              <a:defRPr/>
            </a:pPr>
            <a:endParaRPr lang="de-DE">
              <a:solidFill>
                <a:srgbClr val="000000"/>
              </a:solidFill>
              <a:latin typeface="Avenir Next LT Pro"/>
            </a:endParaRPr>
          </a:p>
          <a:p>
            <a:pPr lvl="1"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Robuster und geringerer Aufwand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 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EB8CA54-E0ED-A4BE-F048-E0EB6727AE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13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28913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F45C17-62B2-5E05-8CB0-674662AD45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2666383-E1EA-B481-BC2F-5C19AD1CA8FF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2A57BDCE-E092-BB8A-2A41-09B6CF1DE0ED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Designentscheidung – Architektur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95C3723-4B01-BC93-EA41-9DA33FEDE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BF40D1EC-C044-660C-CE5A-D0FA3CE4E0C8}"/>
              </a:ext>
            </a:extLst>
          </p:cNvPr>
          <p:cNvSpPr txBox="1"/>
          <p:nvPr/>
        </p:nvSpPr>
        <p:spPr>
          <a:xfrm>
            <a:off x="567764" y="155986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Text​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pic>
        <p:nvPicPr>
          <p:cNvPr id="4" name="Grafik 3" descr="Ein Bild, das Text, Screenshot, Diagramm, Reihe enthält.&#10;&#10;KI-generierte Inhalte können fehlerhaft sein.">
            <a:extLst>
              <a:ext uri="{FF2B5EF4-FFF2-40B4-BE49-F238E27FC236}">
                <a16:creationId xmlns:a16="http://schemas.microsoft.com/office/drawing/2014/main" id="{CEA782F6-180F-FA66-B2BE-8186A6A2CE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85426" y="716174"/>
            <a:ext cx="6551481" cy="5555706"/>
          </a:xfrm>
          <a:prstGeom prst="rect">
            <a:avLst/>
          </a:prstGeom>
        </p:spPr>
      </p:pic>
      <p:sp>
        <p:nvSpPr>
          <p:cNvPr id="8" name="Rechteck 7">
            <a:extLst>
              <a:ext uri="{FF2B5EF4-FFF2-40B4-BE49-F238E27FC236}">
                <a16:creationId xmlns:a16="http://schemas.microsoft.com/office/drawing/2014/main" id="{36C4B77E-51EC-8014-F3BE-15F714F727E1}"/>
              </a:ext>
            </a:extLst>
          </p:cNvPr>
          <p:cNvSpPr/>
          <p:nvPr/>
        </p:nvSpPr>
        <p:spPr>
          <a:xfrm>
            <a:off x="92009" y="2822638"/>
            <a:ext cx="9387870" cy="349147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9" name="Rechteck 8">
            <a:extLst>
              <a:ext uri="{FF2B5EF4-FFF2-40B4-BE49-F238E27FC236}">
                <a16:creationId xmlns:a16="http://schemas.microsoft.com/office/drawing/2014/main" id="{15890327-6570-CB0A-20EB-5BB584434C61}"/>
              </a:ext>
            </a:extLst>
          </p:cNvPr>
          <p:cNvSpPr/>
          <p:nvPr/>
        </p:nvSpPr>
        <p:spPr>
          <a:xfrm>
            <a:off x="2628473" y="716175"/>
            <a:ext cx="9503850" cy="2815530"/>
          </a:xfrm>
          <a:prstGeom prst="rect">
            <a:avLst/>
          </a:prstGeom>
          <a:noFill/>
          <a:ln w="28575">
            <a:solidFill>
              <a:schemeClr val="accent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0" name="Textfeld 9">
            <a:extLst>
              <a:ext uri="{FF2B5EF4-FFF2-40B4-BE49-F238E27FC236}">
                <a16:creationId xmlns:a16="http://schemas.microsoft.com/office/drawing/2014/main" id="{584A3B29-2448-606A-DB8B-FC4D13D80B86}"/>
              </a:ext>
            </a:extLst>
          </p:cNvPr>
          <p:cNvSpPr txBox="1"/>
          <p:nvPr/>
        </p:nvSpPr>
        <p:spPr>
          <a:xfrm>
            <a:off x="99661" y="2848540"/>
            <a:ext cx="2561771" cy="175432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Motion Komponente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Übernimmt INIT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Empfängt ein Ziel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Regelt auf das Ziel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Info bei Ziel erreicht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1" name="Textfeld 10">
            <a:extLst>
              <a:ext uri="{FF2B5EF4-FFF2-40B4-BE49-F238E27FC236}">
                <a16:creationId xmlns:a16="http://schemas.microsoft.com/office/drawing/2014/main" id="{F8161108-16B9-A70C-311E-609213B19443}"/>
              </a:ext>
            </a:extLst>
          </p:cNvPr>
          <p:cNvSpPr txBox="1"/>
          <p:nvPr/>
        </p:nvSpPr>
        <p:spPr>
          <a:xfrm>
            <a:off x="9329531" y="775036"/>
            <a:ext cx="2802792" cy="230832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1" i="0" u="sng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Mainy Komponente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State-Machine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Erhält und verwertet Objektdaten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Schickt Zieldaten an Motion und wartet auf Rückmeldung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pic>
        <p:nvPicPr>
          <p:cNvPr id="12" name="Grafik 11" descr="Ein Bild, das Screenshot, Diagramm, Reihe, Text enthält.&#10;&#10;KI-generierte Inhalte können fehlerhaft sein.">
            <a:extLst>
              <a:ext uri="{FF2B5EF4-FFF2-40B4-BE49-F238E27FC236}">
                <a16:creationId xmlns:a16="http://schemas.microsoft.com/office/drawing/2014/main" id="{07162D4B-9A14-41A5-27AA-324D94949A7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096" y="770376"/>
            <a:ext cx="1276868" cy="1321379"/>
          </a:xfrm>
          <a:prstGeom prst="rect">
            <a:avLst/>
          </a:prstGeom>
        </p:spPr>
      </p:pic>
      <p:cxnSp>
        <p:nvCxnSpPr>
          <p:cNvPr id="13" name="Gerade Verbindung mit Pfeil 12">
            <a:extLst>
              <a:ext uri="{FF2B5EF4-FFF2-40B4-BE49-F238E27FC236}">
                <a16:creationId xmlns:a16="http://schemas.microsoft.com/office/drawing/2014/main" id="{3E3948F8-08B2-E5F8-A3ED-D4D160989B67}"/>
              </a:ext>
            </a:extLst>
          </p:cNvPr>
          <p:cNvCxnSpPr>
            <a:cxnSpLocks/>
          </p:cNvCxnSpPr>
          <p:nvPr/>
        </p:nvCxnSpPr>
        <p:spPr>
          <a:xfrm flipH="1">
            <a:off x="2079362" y="1095753"/>
            <a:ext cx="654700" cy="84533"/>
          </a:xfrm>
          <a:prstGeom prst="straightConnector1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erade Verbindung mit Pfeil 13">
            <a:extLst>
              <a:ext uri="{FF2B5EF4-FFF2-40B4-BE49-F238E27FC236}">
                <a16:creationId xmlns:a16="http://schemas.microsoft.com/office/drawing/2014/main" id="{5B097DBB-BE9A-706A-DBCC-2BE822276A9C}"/>
              </a:ext>
            </a:extLst>
          </p:cNvPr>
          <p:cNvCxnSpPr>
            <a:cxnSpLocks/>
          </p:cNvCxnSpPr>
          <p:nvPr/>
        </p:nvCxnSpPr>
        <p:spPr>
          <a:xfrm flipH="1" flipV="1">
            <a:off x="2007871" y="1760604"/>
            <a:ext cx="805999" cy="9255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feld 14">
            <a:extLst>
              <a:ext uri="{FF2B5EF4-FFF2-40B4-BE49-F238E27FC236}">
                <a16:creationId xmlns:a16="http://schemas.microsoft.com/office/drawing/2014/main" id="{1F71CB1E-F12A-0AE2-99FA-DBF96DA55565}"/>
              </a:ext>
            </a:extLst>
          </p:cNvPr>
          <p:cNvSpPr txBox="1"/>
          <p:nvPr/>
        </p:nvSpPr>
        <p:spPr>
          <a:xfrm>
            <a:off x="172571" y="2160871"/>
            <a:ext cx="2329504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400" b="0" i="1" u="none" strike="noStrike" kern="1200" cap="none" spc="0" normalizeH="0" baseline="0" noProof="0">
                <a:ln>
                  <a:noFill/>
                </a:ln>
                <a:solidFill>
                  <a:srgbClr val="000000">
                    <a:lumMod val="85000"/>
                    <a:lumOff val="1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Vision und Planner Node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2C0AD2-5B8A-9A01-8653-8F58E019B3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14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04714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E1056B-E4BA-4273-42B7-C2CCA8467B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813020F-D3BC-E512-DF85-B67C50B5A991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D69E970-AB66-5FB0-1980-E8DE6198B044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Motion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3B67C9B-0B73-BAA1-B0D0-844442EEEE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7516E6F1-75B9-4072-BD19-7B00B004C64D}"/>
              </a:ext>
            </a:extLst>
          </p:cNvPr>
          <p:cNvSpPr txBox="1"/>
          <p:nvPr/>
        </p:nvSpPr>
        <p:spPr>
          <a:xfrm>
            <a:off x="567764" y="77037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Motion Node​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C89E34-C6D4-2562-3FE9-1B465C6221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15</a:t>
            </a:fld>
            <a:r>
              <a:rPr lang="de-DE"/>
              <a:t>/24</a:t>
            </a:r>
            <a:endParaRPr lang="en-US"/>
          </a:p>
        </p:txBody>
      </p:sp>
      <p:sp>
        <p:nvSpPr>
          <p:cNvPr id="9" name="Textfeld 3">
            <a:extLst>
              <a:ext uri="{FF2B5EF4-FFF2-40B4-BE49-F238E27FC236}">
                <a16:creationId xmlns:a16="http://schemas.microsoft.com/office/drawing/2014/main" id="{0D6461A9-E7DC-3D78-EF21-0FC77863568D}"/>
              </a:ext>
            </a:extLst>
          </p:cNvPr>
          <p:cNvSpPr txBox="1"/>
          <p:nvPr/>
        </p:nvSpPr>
        <p:spPr>
          <a:xfrm>
            <a:off x="567763" y="1314661"/>
            <a:ext cx="6069050" cy="251607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lvl="0" algn="l" rtl="0">
              <a:lnSpc>
                <a:spcPts val="2126"/>
              </a:lnSpc>
            </a:pPr>
            <a:r>
              <a:rPr lang="de-DE" sz="1800" b="1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Empfängt im ~10Hz Takt Positionsdaten des Roboters</a:t>
            </a:r>
            <a:r>
              <a:rPr lang="de-DE" b="1">
                <a:solidFill>
                  <a:srgbClr val="000000"/>
                </a:solidFill>
                <a:latin typeface="Aptos"/>
                <a:ea typeface="Arial"/>
                <a:cs typeface="Arial"/>
              </a:rPr>
              <a:t>:</a:t>
            </a: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endParaRPr lang="en-US">
              <a:latin typeface="Aptos"/>
              <a:cs typeface="Arial"/>
            </a:endParaRPr>
          </a:p>
          <a:p>
            <a:pPr>
              <a:lnSpc>
                <a:spcPts val="2126"/>
              </a:lnSpc>
            </a:pPr>
            <a:endParaRPr lang="de-DE">
              <a:solidFill>
                <a:srgbClr val="000000"/>
              </a:solidFill>
              <a:latin typeface="Aptos"/>
              <a:cs typeface="Arial"/>
            </a:endParaRPr>
          </a:p>
          <a:p>
            <a:pPr marL="742950" lvl="1" indent="-285750">
              <a:lnSpc>
                <a:spcPts val="2126"/>
              </a:lnSpc>
              <a:buFont typeface="Arial"/>
              <a:buChar char="•"/>
            </a:pPr>
            <a:r>
              <a:rPr lang="de-DE" err="1">
                <a:solidFill>
                  <a:srgbClr val="000000"/>
                </a:solidFill>
                <a:latin typeface="Aptos"/>
                <a:cs typeface="Arial"/>
              </a:rPr>
              <a:t>Druchläuft</a:t>
            </a:r>
            <a:r>
              <a:rPr lang="de-DE">
                <a:solidFill>
                  <a:srgbClr val="000000"/>
                </a:solidFill>
                <a:latin typeface="Aptos"/>
                <a:cs typeface="Arial"/>
              </a:rPr>
              <a:t> bei Start zuerst INIT-</a:t>
            </a:r>
            <a:r>
              <a:rPr lang="de-DE" err="1">
                <a:solidFill>
                  <a:srgbClr val="000000"/>
                </a:solidFill>
                <a:latin typeface="Aptos"/>
                <a:cs typeface="Arial"/>
              </a:rPr>
              <a:t>Statemachine</a:t>
            </a:r>
            <a:endParaRPr lang="de-DE" err="1"/>
          </a:p>
          <a:p>
            <a:pPr>
              <a:lnSpc>
                <a:spcPts val="2126"/>
              </a:lnSpc>
            </a:pPr>
            <a:endParaRPr lang="de-DE">
              <a:solidFill>
                <a:srgbClr val="000000"/>
              </a:solidFill>
              <a:latin typeface="Aptos"/>
              <a:ea typeface="Arial"/>
              <a:cs typeface="Arial"/>
            </a:endParaRPr>
          </a:p>
          <a:p>
            <a:pPr marL="742950" lvl="1" indent="-285750" algn="l" rtl="0">
              <a:lnSpc>
                <a:spcPts val="2126"/>
              </a:lnSpc>
              <a:buFont typeface="Arial"/>
              <a:buChar char="•"/>
            </a:pP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Übergibt aktuelle Daten an move_logic.py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2126"/>
              </a:lnSpc>
              <a:buFont typeface="Arial"/>
              <a:buChar char="•"/>
            </a:pP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Triggert "Ziel erreicht" abfrage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2126"/>
              </a:lnSpc>
              <a:buFont typeface="Arial"/>
              <a:buChar char="•"/>
            </a:pP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Triggert Berechnung der Beschleunigungen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2126"/>
              </a:lnSpc>
              <a:buFont typeface="Arial"/>
              <a:buChar char="•"/>
            </a:pPr>
            <a:r>
              <a:rPr lang="de-DE" sz="18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Published</a:t>
            </a: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Beschleunigungen an Roboter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</a:p>
          <a:p>
            <a:pPr marL="742950" lvl="1" indent="-285750" algn="l" rtl="0">
              <a:lnSpc>
                <a:spcPts val="2126"/>
              </a:lnSpc>
              <a:buFont typeface="Arial"/>
              <a:buChar char="•"/>
            </a:pPr>
            <a:r>
              <a:rPr lang="de-DE" sz="18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Published</a:t>
            </a: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TRUE an </a:t>
            </a:r>
            <a:r>
              <a:rPr lang="de-DE" sz="1800" b="0" i="0" u="none" strike="noStrike" baseline="0" err="1">
                <a:solidFill>
                  <a:srgbClr val="000000"/>
                </a:solidFill>
                <a:latin typeface="Aptos"/>
                <a:ea typeface="Arial"/>
                <a:cs typeface="Arial"/>
              </a:rPr>
              <a:t>Mainy</a:t>
            </a: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, wenn Ziel erreicht.</a:t>
            </a:r>
            <a:r>
              <a:rPr lang="en-US" sz="1800" b="0" i="0">
                <a:latin typeface="Aptos"/>
                <a:ea typeface="Arial"/>
                <a:cs typeface="Arial"/>
              </a:rPr>
              <a:t>​</a:t>
            </a:r>
            <a:r>
              <a:rPr lang="de-DE" sz="1800" b="0" i="0" u="none" strike="noStrike" baseline="0">
                <a:solidFill>
                  <a:srgbClr val="000000"/>
                </a:solidFill>
                <a:latin typeface="Aptos"/>
                <a:ea typeface="Arial"/>
                <a:cs typeface="Arial"/>
              </a:rPr>
              <a:t> </a:t>
            </a:r>
            <a:endParaRPr lang="de-DE" sz="1800" b="0" i="0" u="none" strike="noStrike" baseline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Textfeld 3">
            <a:extLst>
              <a:ext uri="{FF2B5EF4-FFF2-40B4-BE49-F238E27FC236}">
                <a16:creationId xmlns:a16="http://schemas.microsoft.com/office/drawing/2014/main" id="{860EA568-9F9A-A012-32A0-42A11A635075}"/>
              </a:ext>
            </a:extLst>
          </p:cNvPr>
          <p:cNvSpPr txBox="1"/>
          <p:nvPr/>
        </p:nvSpPr>
        <p:spPr>
          <a:xfrm>
            <a:off x="567763" y="4297347"/>
            <a:ext cx="10365279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fontAlgn="base">
              <a:defRPr/>
            </a:pPr>
            <a:r>
              <a:rPr lang="en-US" b="1" err="1">
                <a:solidFill>
                  <a:srgbClr val="000000"/>
                </a:solidFill>
                <a:latin typeface="Aptos"/>
              </a:rPr>
              <a:t>Empfängt</a:t>
            </a:r>
            <a:r>
              <a:rPr lang="en-US" b="1">
                <a:solidFill>
                  <a:srgbClr val="000000"/>
                </a:solidFill>
                <a:latin typeface="Aptos"/>
              </a:rPr>
              <a:t> von </a:t>
            </a:r>
            <a:r>
              <a:rPr lang="en-US" b="1" err="1">
                <a:solidFill>
                  <a:srgbClr val="000000"/>
                </a:solidFill>
                <a:latin typeface="Aptos"/>
              </a:rPr>
              <a:t>Mainy</a:t>
            </a:r>
            <a:r>
              <a:rPr lang="en-US" b="1">
                <a:solidFill>
                  <a:srgbClr val="000000"/>
                </a:solidFill>
                <a:latin typeface="Aptos"/>
              </a:rPr>
              <a:t> (</a:t>
            </a:r>
            <a:r>
              <a:rPr lang="en-US" b="1" err="1">
                <a:solidFill>
                  <a:srgbClr val="000000"/>
                </a:solidFill>
                <a:latin typeface="Aptos"/>
              </a:rPr>
              <a:t>StateMachine</a:t>
            </a:r>
            <a:r>
              <a:rPr lang="en-US" b="1">
                <a:solidFill>
                  <a:srgbClr val="000000"/>
                </a:solidFill>
                <a:latin typeface="Aptos"/>
              </a:rPr>
              <a:t>):</a:t>
            </a:r>
          </a:p>
          <a:p>
            <a:pPr>
              <a:defRPr/>
            </a:pPr>
            <a:endParaRPr lang="en-US" b="1">
              <a:solidFill>
                <a:srgbClr val="000000"/>
              </a:solidFill>
              <a:latin typeface="Aptos"/>
            </a:endParaRPr>
          </a:p>
          <a:p>
            <a:pPr marL="742950" lvl="1" indent="-285750">
              <a:buFont typeface="Arial"/>
              <a:buChar char="•"/>
              <a:defRPr/>
            </a:pPr>
            <a:r>
              <a:rPr lang="en-US" err="1">
                <a:solidFill>
                  <a:srgbClr val="000000"/>
                </a:solidFill>
                <a:latin typeface="Aptos"/>
              </a:rPr>
              <a:t>Befehel</a:t>
            </a:r>
            <a:r>
              <a:rPr lang="en-US">
                <a:solidFill>
                  <a:srgbClr val="000000"/>
                </a:solidFill>
                <a:latin typeface="Aptos"/>
              </a:rPr>
              <a:t> </a:t>
            </a:r>
            <a:r>
              <a:rPr lang="en-US" err="1">
                <a:solidFill>
                  <a:srgbClr val="000000"/>
                </a:solidFill>
                <a:latin typeface="Aptos"/>
              </a:rPr>
              <a:t>wann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Greifen</a:t>
            </a:r>
            <a:r>
              <a:rPr lang="en-US">
                <a:solidFill>
                  <a:srgbClr val="000000"/>
                </a:solidFill>
                <a:latin typeface="Aptos"/>
              </a:rPr>
              <a:t>/</a:t>
            </a:r>
            <a:r>
              <a:rPr lang="en-US" err="1">
                <a:solidFill>
                  <a:srgbClr val="000000"/>
                </a:solidFill>
                <a:latin typeface="Aptos"/>
              </a:rPr>
              <a:t>Loslassen</a:t>
            </a:r>
            <a:endParaRPr lang="en-US">
              <a:solidFill>
                <a:srgbClr val="000000"/>
              </a:solidFill>
              <a:latin typeface="Aptos"/>
            </a:endParaRPr>
          </a:p>
          <a:p>
            <a:pPr marL="742950" lvl="1" indent="-285750">
              <a:buFont typeface="Arial"/>
              <a:buChar char="•"/>
              <a:defRPr/>
            </a:pPr>
            <a:r>
              <a:rPr lang="en-US" err="1">
                <a:solidFill>
                  <a:srgbClr val="000000"/>
                </a:solidFill>
                <a:latin typeface="Aptos"/>
              </a:rPr>
              <a:t>Nächste</a:t>
            </a:r>
            <a:r>
              <a:rPr lang="en-US">
                <a:solidFill>
                  <a:srgbClr val="000000"/>
                </a:solidFill>
                <a:latin typeface="Aptos"/>
              </a:rPr>
              <a:t> </a:t>
            </a:r>
            <a:r>
              <a:rPr lang="en-US" err="1">
                <a:solidFill>
                  <a:srgbClr val="000000"/>
                </a:solidFill>
                <a:latin typeface="Aptos"/>
              </a:rPr>
              <a:t>Zielkoordinaten</a:t>
            </a:r>
            <a:endParaRPr lang="en-US">
              <a:solidFill>
                <a:srgbClr val="000000"/>
              </a:solidFill>
              <a:latin typeface="Aptos"/>
            </a:endParaRPr>
          </a:p>
        </p:txBody>
      </p:sp>
      <p:pic>
        <p:nvPicPr>
          <p:cNvPr id="6" name="Picture 5" descr="A diagram of a company&#10;&#10;AI-generated content may be incorrect.">
            <a:extLst>
              <a:ext uri="{FF2B5EF4-FFF2-40B4-BE49-F238E27FC236}">
                <a16:creationId xmlns:a16="http://schemas.microsoft.com/office/drawing/2014/main" id="{7407CA24-4C3B-DB36-FF29-4B3AFBB37B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0556" y="194094"/>
            <a:ext cx="3133662" cy="5930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1626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BB4FBF-9B1A-7CE3-6AD1-D80C7A917F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1188340E-1A22-8818-2F78-230054BAF3E4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846D65FF-E3AE-55D0-CD4D-BC7D9ED195B7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Motion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1F58E9-9ED5-518E-6D99-8BE43CF5CD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1E4EC46-B996-9113-12B2-9D5138AD4DC2}"/>
              </a:ext>
            </a:extLst>
          </p:cNvPr>
          <p:cNvSpPr txBox="1"/>
          <p:nvPr/>
        </p:nvSpPr>
        <p:spPr>
          <a:xfrm>
            <a:off x="567764" y="2136338"/>
            <a:ext cx="10365279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Empfängt laufend Roboter-Position, verrechnet mit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Init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-Offset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Empfängt Zielkoordinaten: bei INIT und je Auftrag von der Motion Node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Vergleicht Soll und Ist mit einstellbarer Toleranz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Speichert vergangene Zeit zwischen letzter und aktueller Position (für Regler) </a:t>
            </a: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Berechnet pro Achse die Beschleunigung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118A130-8DD2-3C56-2679-BFF691613751}"/>
              </a:ext>
            </a:extLst>
          </p:cNvPr>
          <p:cNvSpPr txBox="1"/>
          <p:nvPr/>
        </p:nvSpPr>
        <p:spPr>
          <a:xfrm>
            <a:off x="567764" y="77037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Motion Python logic​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229EE6-F534-8BE3-A110-F4EB585C02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16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56842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1FA053-2C8C-4788-9DD4-E2DB51C0E6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BB5ABF8-C052-DEBB-D7AE-D53BA0A726A3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A4368306-A28E-F108-AD8B-6E521F6BF3AA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Motion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BB6D46E6-7190-71C9-D65A-D7007637B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31C9B517-A68D-1C51-40F2-111E08C5D033}"/>
              </a:ext>
            </a:extLst>
          </p:cNvPr>
          <p:cNvSpPr txBox="1"/>
          <p:nvPr/>
        </p:nvSpPr>
        <p:spPr>
          <a:xfrm>
            <a:off x="567764" y="77037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Regler​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9" name="Textfeld 8">
            <a:extLst>
              <a:ext uri="{FF2B5EF4-FFF2-40B4-BE49-F238E27FC236}">
                <a16:creationId xmlns:a16="http://schemas.microsoft.com/office/drawing/2014/main" id="{19B890BC-EA25-059B-9681-34AE24A7D257}"/>
              </a:ext>
            </a:extLst>
          </p:cNvPr>
          <p:cNvSpPr txBox="1"/>
          <p:nvPr/>
        </p:nvSpPr>
        <p:spPr>
          <a:xfrm>
            <a:off x="567764" y="1563309"/>
            <a:ext cx="10365279" cy="397031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PD-Regler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Eigene abstrakte Klasse, eine Instanz pro Achse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Kp und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Kd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pro Instanz als Parameter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Ablauf: </a:t>
            </a: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1. Fehler „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error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" berechnen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2. Fehleränderung „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speed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" aus aktuellem und vorherigem Fehler</a:t>
            </a:r>
          </a:p>
          <a:p>
            <a:pPr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      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speed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= Fehleränderung (= (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error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−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last_error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) /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Δt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)</a:t>
            </a:r>
            <a:endParaRPr lang="de-DE"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    3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. Beschleunigung über Regler berechnen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    Formel: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  </a:t>
            </a:r>
          </a:p>
          <a:p>
            <a:pPr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  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3403E6-3295-DE4E-710F-01223364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17</a:t>
            </a:fld>
            <a:r>
              <a:rPr lang="de-DE"/>
              <a:t>/24</a:t>
            </a:r>
            <a:endParaRPr lang="en-US"/>
          </a:p>
        </p:txBody>
      </p:sp>
      <p:pic>
        <p:nvPicPr>
          <p:cNvPr id="10" name="Picture 9" descr="Ein Bild, das Typografie, Schrift, Kalligrafie, Text enthält.&#10;&#10;KI-generierte Inhalte können fehlerhaft sein.">
            <a:extLst>
              <a:ext uri="{FF2B5EF4-FFF2-40B4-BE49-F238E27FC236}">
                <a16:creationId xmlns:a16="http://schemas.microsoft.com/office/drawing/2014/main" id="{3F862D9A-97EE-90CE-89EB-0E32734F660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82" b="-2041"/>
          <a:stretch>
            <a:fillRect/>
          </a:stretch>
        </p:blipFill>
        <p:spPr>
          <a:xfrm>
            <a:off x="1776142" y="5054811"/>
            <a:ext cx="3974185" cy="379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410665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587FAE-23A1-9B06-8FE2-1793CAA562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AC49B26E-5FEC-CC85-CA2F-989634CEBB01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BC6D4A8-373C-D79C-AE9A-9BCEA2225CAE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Motion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3F50115C-5AF8-C73E-2D42-D06410163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C35922E0-9B69-47C6-B329-A55B6CD23349}"/>
              </a:ext>
            </a:extLst>
          </p:cNvPr>
          <p:cNvSpPr txBox="1"/>
          <p:nvPr/>
        </p:nvSpPr>
        <p:spPr>
          <a:xfrm>
            <a:off x="567764" y="77037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Init Python Logic​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1348184F-517B-DEDB-2283-B74130F1D1ED}"/>
              </a:ext>
            </a:extLst>
          </p:cNvPr>
          <p:cNvSpPr txBox="1"/>
          <p:nvPr/>
        </p:nvSpPr>
        <p:spPr>
          <a:xfrm>
            <a:off x="567764" y="2274838"/>
            <a:ext cx="10848984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Wird beim Start der Motion Node automatisch ausgeführt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Grober Ablauf: </a:t>
            </a:r>
          </a:p>
          <a:p>
            <a:pPr marL="914400" marR="0" lvl="2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1. Fährt in Endlage per hartkodiertem Beschleunigungswert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2. Erkennt Endlage durch Soll-Ist-Abgleich über 20 Takte (2 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3. Berechnet und setzt Offset-Werte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4. Fährt Default-Punkt an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5. Meldet INIT_DONE an Mainy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5DCE74-FB06-555B-A6FE-11D48792AF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18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523077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AC4158-5F1F-ABCC-6174-1D3E51B3A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436E5008-089F-CCFD-2C47-BE8E5ECDEA82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981BFD31-99F2-8A94-B145-D32E7DF4A7EE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Mainy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EF029BA0-E15B-A4BF-DFA2-65133BEE57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ED537FFA-2D1D-B7BF-BE0A-3C6C54FF0DA4}"/>
              </a:ext>
            </a:extLst>
          </p:cNvPr>
          <p:cNvSpPr txBox="1"/>
          <p:nvPr/>
        </p:nvSpPr>
        <p:spPr>
          <a:xfrm>
            <a:off x="567764" y="2936097"/>
            <a:ext cx="10365279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Timer Callback in 10Hz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steuert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die State Machine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Returnd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jedem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Auftruf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"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x,y,z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, gripper und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pub_flag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"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Frägt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,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ob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Auftrag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zugehöriger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ID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abgeschlossen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ist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Published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ggf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. Die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Daten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an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MotionNode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und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PlanerNode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58022563-0C9A-3109-465C-C967A6E51658}"/>
              </a:ext>
            </a:extLst>
          </p:cNvPr>
          <p:cNvSpPr txBox="1"/>
          <p:nvPr/>
        </p:nvSpPr>
        <p:spPr>
          <a:xfrm>
            <a:off x="567764" y="2066134"/>
            <a:ext cx="1036527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Subscribt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: 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obj_data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, 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goal_reached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, 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init_done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Published: 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goal_coordinates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, 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goal_gripper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, /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obj_finished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97088B73-5D40-192E-3153-B20FE1E50B04}"/>
              </a:ext>
            </a:extLst>
          </p:cNvPr>
          <p:cNvSpPr txBox="1"/>
          <p:nvPr/>
        </p:nvSpPr>
        <p:spPr>
          <a:xfrm>
            <a:off x="567764" y="4360058"/>
            <a:ext cx="758563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Übergabe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von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Objektdaten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an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Pytonlogik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Übergabe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triggert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dem 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Extrapolationsberechnung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</a:p>
        </p:txBody>
      </p:sp>
      <p:pic>
        <p:nvPicPr>
          <p:cNvPr id="9" name="Picture 6" descr="A computer screen shot of a diagram&#10;&#10;AI-generated content may be incorrect.">
            <a:extLst>
              <a:ext uri="{FF2B5EF4-FFF2-40B4-BE49-F238E27FC236}">
                <a16:creationId xmlns:a16="http://schemas.microsoft.com/office/drawing/2014/main" id="{95DBAACA-A262-AB54-B90E-FA3A1ADE16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43247" y="192954"/>
            <a:ext cx="2497613" cy="5492229"/>
          </a:xfrm>
          <a:prstGeom prst="rect">
            <a:avLst/>
          </a:prstGeom>
        </p:spPr>
      </p:pic>
      <p:sp>
        <p:nvSpPr>
          <p:cNvPr id="11" name="Textfeld 10">
            <a:extLst>
              <a:ext uri="{FF2B5EF4-FFF2-40B4-BE49-F238E27FC236}">
                <a16:creationId xmlns:a16="http://schemas.microsoft.com/office/drawing/2014/main" id="{3351ACB9-92CD-07BA-1E74-061DF76DEE1F}"/>
              </a:ext>
            </a:extLst>
          </p:cNvPr>
          <p:cNvSpPr txBox="1"/>
          <p:nvPr/>
        </p:nvSpPr>
        <p:spPr>
          <a:xfrm>
            <a:off x="8559037" y="5685183"/>
            <a:ext cx="2693504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State-Machine, wenn init_done</a:t>
            </a:r>
            <a:endParaRPr kumimoji="0" lang="de-DE" sz="1400" b="0" i="1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12" name="Textfeld 11">
            <a:extLst>
              <a:ext uri="{FF2B5EF4-FFF2-40B4-BE49-F238E27FC236}">
                <a16:creationId xmlns:a16="http://schemas.microsoft.com/office/drawing/2014/main" id="{6404BC3C-9A91-B645-918F-9505BFD525AD}"/>
              </a:ext>
            </a:extLst>
          </p:cNvPr>
          <p:cNvSpPr txBox="1"/>
          <p:nvPr/>
        </p:nvSpPr>
        <p:spPr>
          <a:xfrm>
            <a:off x="567764" y="77037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Mainy Node​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19B764-ACD5-D6D7-252D-3FC953498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19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94721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A4D27F-AFBD-51D7-CD65-01C7B510C7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1C2F84D-E300-48B4-EE99-64AD791E1AF7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B3C5BA4D-F0D7-F6F3-EC06-43A1685B5B48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Main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D7E11C1-427D-FBEE-8ADE-33B445F051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45CFD182-052B-87D1-8869-A97F5BCE4F1D}"/>
              </a:ext>
            </a:extLst>
          </p:cNvPr>
          <p:cNvSpPr txBox="1"/>
          <p:nvPr/>
        </p:nvSpPr>
        <p:spPr>
          <a:xfrm>
            <a:off x="567764" y="1559866"/>
            <a:ext cx="10365279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Flankenerkennung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für State-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Wechsel</a:t>
            </a:r>
            <a:endParaRPr lang="de-DE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Statewechsel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nur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bei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eingehender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steigender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Flanke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"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goal_reached_rising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=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current_goal_reached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&amp;NOT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previus_goal_reached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"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Verhindern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von "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Druchspringen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der States"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/>
              </a:rPr>
              <a:t>​</a:t>
            </a:r>
            <a:endParaRPr lang="de-DE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cs typeface="Segoe UI"/>
            </a:endParaRPr>
          </a:p>
        </p:txBody>
      </p:sp>
      <p:sp>
        <p:nvSpPr>
          <p:cNvPr id="4" name="Textfeld 3">
            <a:extLst>
              <a:ext uri="{FF2B5EF4-FFF2-40B4-BE49-F238E27FC236}">
                <a16:creationId xmlns:a16="http://schemas.microsoft.com/office/drawing/2014/main" id="{1BC11E3B-31BC-EAF1-7E55-DC2866CE754A}"/>
              </a:ext>
            </a:extLst>
          </p:cNvPr>
          <p:cNvSpPr txBox="1"/>
          <p:nvPr/>
        </p:nvSpPr>
        <p:spPr>
          <a:xfrm>
            <a:off x="567764" y="770376"/>
            <a:ext cx="10365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Mainy Python Logic​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8" name="Textfeld 7">
            <a:extLst>
              <a:ext uri="{FF2B5EF4-FFF2-40B4-BE49-F238E27FC236}">
                <a16:creationId xmlns:a16="http://schemas.microsoft.com/office/drawing/2014/main" id="{47F5DAAE-439E-E523-8B46-535D8E924F68}"/>
              </a:ext>
            </a:extLst>
          </p:cNvPr>
          <p:cNvSpPr txBox="1"/>
          <p:nvPr/>
        </p:nvSpPr>
        <p:spPr>
          <a:xfrm>
            <a:off x="567764" y="2940030"/>
            <a:ext cx="9528313" cy="3416320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Extrapolation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Greifpunkt</a:t>
            </a:r>
            <a:endParaRPr lang="de-DE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        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Berechnet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wahrscheinlichen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zukünftigen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Greifpunkt</a:t>
            </a:r>
            <a:endParaRPr lang="de-DE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Courier New"/>
              <a:buChar char="o"/>
              <a:tabLst/>
              <a:defRPr/>
            </a:pP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1714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     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Ablauf</a:t>
            </a:r>
            <a:endParaRPr lang="de-DE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1714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1.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Returnt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Funktion, bis zwei Punkte mit </a:t>
            </a:r>
            <a:r>
              <a:rPr lang="de-DE" err="1">
                <a:solidFill>
                  <a:srgbClr val="000000"/>
                </a:solidFill>
                <a:latin typeface="Avenir Next LT Pro"/>
              </a:rPr>
              <a:t>Timestamp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da sind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tabLst/>
              <a:defRPr/>
            </a:pP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1714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2.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Berechnet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timestep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zwischen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zwei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punkten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1714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3.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Berechnet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extrapolierte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X-Achsenkoordinate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durch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Formel: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914400" marR="0" lvl="2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tabLst/>
              <a:defRPr/>
            </a:pP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tabLst/>
              <a:defRPr/>
            </a:pP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45720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/>
              <a:buChar char="§"/>
              <a:tabLst/>
              <a:defRPr/>
            </a:pP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17145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4. 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Aktualisiert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den "</a:t>
            </a:r>
            <a:r>
              <a:rPr lang="de-DE" err="1">
                <a:solidFill>
                  <a:srgbClr val="000000"/>
                </a:solidFill>
                <a:latin typeface="Avenir Next LT Pro"/>
              </a:rPr>
              <a:t>previous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time_</a:t>
            </a:r>
            <a:r>
              <a:rPr lang="de-DE" err="1">
                <a:solidFill>
                  <a:srgbClr val="000000"/>
                </a:solidFill>
                <a:latin typeface="Avenir Next LT Pro"/>
              </a:rPr>
              <a:t>stamp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"</a:t>
            </a:r>
            <a:endParaRPr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  <p:pic>
        <p:nvPicPr>
          <p:cNvPr id="9" name="Picture 5">
            <a:extLst>
              <a:ext uri="{FF2B5EF4-FFF2-40B4-BE49-F238E27FC236}">
                <a16:creationId xmlns:a16="http://schemas.microsoft.com/office/drawing/2014/main" id="{2C173084-D235-CE2F-E4D6-15D6FF5BDF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8793" y="5342838"/>
            <a:ext cx="6318408" cy="49809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5F904DA-4410-4CFD-390B-C3512D2B6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20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783570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BA21A8-CF2D-3306-3A99-093108D58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1B5C3C9-20F3-E910-7605-E10951CB1309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E890F4D8-F70B-632F-3463-1D75F76D1604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Technischen Details – Mainy Komponente  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6BE0AB92-B943-4103-B646-84BADCBEF3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26BE38EA-C9D0-F725-AF50-8AA748EEE276}"/>
              </a:ext>
            </a:extLst>
          </p:cNvPr>
          <p:cNvSpPr txBox="1"/>
          <p:nvPr/>
        </p:nvSpPr>
        <p:spPr>
          <a:xfrm>
            <a:off x="567763" y="2690336"/>
            <a:ext cx="11295529" cy="1477328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/>
            </a:pPr>
            <a:r>
              <a:rPr lang="de-DE">
                <a:solidFill>
                  <a:srgbClr val="000000"/>
                </a:solidFill>
                <a:latin typeface="Avenir Next LT Pro"/>
              </a:rPr>
              <a:t>"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Roboterkoordinatensystem (TCP) Null Punkt 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 gleich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Weltkoordinatensystem Null Punkt</a:t>
            </a:r>
            <a:r>
              <a:rPr lang="de-DE">
                <a:solidFill>
                  <a:srgbClr val="000000"/>
                </a:solidFill>
                <a:latin typeface="Avenir Next LT Pro"/>
              </a:rPr>
              <a:t>"</a:t>
            </a: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	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Im aktuellen System nicht mehr benötigt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	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Code kleiner bei erreichtem Ziel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	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Wenn Benötigt, trennbar in Motion durch verrechnen des </a:t>
            </a:r>
            <a:r>
              <a:rPr kumimoji="0" lang="de-DE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TCP_Offsets</a:t>
            </a:r>
            <a:r>
              <a:rPr kumimoji="0" lang="de-DE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zu den Endanschlägen</a:t>
            </a:r>
            <a:endParaRPr lang="de-DE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B26F772-4399-D03D-BB52-ED85398D6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21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42504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D0658-8AE0-A96A-F3D9-070ABE9F9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83C7C82C-4A16-23A6-8355-142F08B0EB87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4A92E49B-B1C4-306F-AB59-67135738EBC0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Anpassungen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C2BD9FFF-0C4A-F220-10AF-2C6830793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DB61B814-43D9-A79C-DFC4-F3A489763A85}"/>
              </a:ext>
            </a:extLst>
          </p:cNvPr>
          <p:cNvSpPr txBox="1"/>
          <p:nvPr/>
        </p:nvSpPr>
        <p:spPr>
          <a:xfrm>
            <a:off x="567764" y="2136338"/>
            <a:ext cx="11398949" cy="2585323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INIT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sollte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zuerst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in die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Mainy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. 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wurde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Gründen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Kohäsion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in die Motion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verlegt</a:t>
            </a:r>
            <a:endParaRPr lang="en-US" sz="1800" b="0" i="0" u="none" strike="noStrike" kern="1200" cap="none" spc="0" normalizeH="0" baseline="0" noProof="0" err="1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Versenden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der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Koordinaten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mit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Custom MSG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Custom MSG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weitesgehend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ROS2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stdmsg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Mainy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sollte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ausschließlich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einen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berechneten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Greifpunkt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bekommen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	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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Berechnung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findet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nun in der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Mainylogic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statt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  <a:sym typeface="Wingdings" panose="05000000000000000000" pitchFamily="2" charset="2"/>
              </a:rPr>
              <a:t>	 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Planner Node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versendet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dauerhaft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die </a:t>
            </a:r>
            <a:r>
              <a:rPr lang="en-US" err="1">
                <a:solidFill>
                  <a:srgbClr val="000000"/>
                </a:solidFill>
                <a:latin typeface="Avenir Next LT Pro"/>
              </a:rPr>
              <a:t>aktualisierten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Daten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des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aktuellen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Objekts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8048FC-606C-9859-BF2D-FBAB16965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22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7501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0979DD-B1A2-5967-00DD-BB41930E5A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hteck 1">
            <a:extLst>
              <a:ext uri="{FF2B5EF4-FFF2-40B4-BE49-F238E27FC236}">
                <a16:creationId xmlns:a16="http://schemas.microsoft.com/office/drawing/2014/main" id="{D899C418-4946-F142-3E3B-BE495DB48044}"/>
              </a:ext>
            </a:extLst>
          </p:cNvPr>
          <p:cNvSpPr/>
          <p:nvPr/>
        </p:nvSpPr>
        <p:spPr>
          <a:xfrm>
            <a:off x="288530" y="145642"/>
            <a:ext cx="117987" cy="624734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 rtl="0">
              <a:defRPr lang="de-de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C8266B98-CAD6-B7B6-E0C1-BD946E70D794}"/>
              </a:ext>
            </a:extLst>
          </p:cNvPr>
          <p:cNvSpPr txBox="1"/>
          <p:nvPr/>
        </p:nvSpPr>
        <p:spPr>
          <a:xfrm>
            <a:off x="567764" y="192954"/>
            <a:ext cx="11295529" cy="52322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2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Lessons Learned</a:t>
            </a:r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056F8B9-DCC6-6514-8D32-4A851DE17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7248FB72-5631-CC9F-A90B-9E20F2590D7A}"/>
              </a:ext>
            </a:extLst>
          </p:cNvPr>
          <p:cNvSpPr txBox="1"/>
          <p:nvPr/>
        </p:nvSpPr>
        <p:spPr>
          <a:xfrm>
            <a:off x="567764" y="2136338"/>
            <a:ext cx="11186914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Lichtbedingungen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essential für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ein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verlässliches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Ergebnis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Rechtzeitig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anfangen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Zu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ungenaue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Kommunitkation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bei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Schnittstellenfestlegung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Komponentenplanung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erst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komplett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theoretisch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durchdenken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dann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Code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schreiben</a:t>
            </a: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742950" marR="0" lvl="1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Variablenbennenung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sinnhafter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 </a:t>
            </a:r>
            <a:r>
              <a:rPr kumimoji="0" lang="en-US" sz="18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gestallten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 </a:t>
            </a: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ptos" panose="020B0004020202020204" pitchFamily="34" charset="0"/>
                <a:ea typeface="+mn-ea"/>
                <a:cs typeface="+mn-cs"/>
              </a:rPr>
              <a:t>​</a:t>
            </a:r>
            <a:endParaRPr kumimoji="0" lang="en-US" sz="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+mn-cs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79D227-2E7F-392B-99C5-EDD9DD736C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5A5C87-DF58-40C8-B092-1DE63DB4547E}" type="slidenum">
              <a:rPr lang="de-DE" noProof="0" smtClean="0"/>
              <a:t>23</a:t>
            </a:fld>
            <a:r>
              <a:rPr lang="de-DE"/>
              <a:t>/24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662510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DF3CA-FEB9-3B60-2614-B1961870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Titel 30">
            <a:extLst>
              <a:ext uri="{FF2B5EF4-FFF2-40B4-BE49-F238E27FC236}">
                <a16:creationId xmlns:a16="http://schemas.microsoft.com/office/drawing/2014/main" id="{889FC7EB-9599-2149-204A-7E3C33665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Danke für Ihre Aufmerksamkeit</a:t>
            </a:r>
          </a:p>
        </p:txBody>
      </p:sp>
      <p:sp>
        <p:nvSpPr>
          <p:cNvPr id="42" name="Textfeld 41">
            <a:extLst>
              <a:ext uri="{FF2B5EF4-FFF2-40B4-BE49-F238E27FC236}">
                <a16:creationId xmlns:a16="http://schemas.microsoft.com/office/drawing/2014/main" id="{E409CE5D-6E5E-6FA9-F016-4206BBFD4DFA}"/>
              </a:ext>
            </a:extLst>
          </p:cNvPr>
          <p:cNvSpPr txBox="1"/>
          <p:nvPr/>
        </p:nvSpPr>
        <p:spPr>
          <a:xfrm>
            <a:off x="7471774" y="2226600"/>
            <a:ext cx="4322859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Kurzer Recap: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MV&amp;ML – Architektur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MV&amp;ML – Designentscheidungen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MV&amp;ML – Greifpunkt / Queues &amp; Filter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MV&amp;ML – Machine Learning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MV&amp;ML – ID und Planner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MV&amp;ML – Anpassungen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SK&amp;BS – Architektur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SK&amp;BS – Motion Komponente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SK&amp;BS – Mainy Komponente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SK&amp;BS – Anpassungen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6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Lessons Learnd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de-DE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venir Next LT Pro"/>
              <a:ea typeface="+mn-ea"/>
              <a:cs typeface="+mn-cs"/>
            </a:endParaRPr>
          </a:p>
        </p:txBody>
      </p:sp>
      <p:sp>
        <p:nvSpPr>
          <p:cNvPr id="2" name="Fußzeilenplatzhalter 1">
            <a:extLst>
              <a:ext uri="{FF2B5EF4-FFF2-40B4-BE49-F238E27FC236}">
                <a16:creationId xmlns:a16="http://schemas.microsoft.com/office/drawing/2014/main" id="{0201B427-BE54-FC43-110A-E7900756961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de-DE" sz="1200" b="0" i="0" u="none" strike="noStrike" kern="1200" cap="none" spc="0" normalizeH="0" baseline="0" noProof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t>C.H.A.O.S - Technische Präsentation</a:t>
            </a:r>
          </a:p>
        </p:txBody>
      </p:sp>
      <p:sp>
        <p:nvSpPr>
          <p:cNvPr id="3" name="Foliennummernplatzhalter 2">
            <a:extLst>
              <a:ext uri="{FF2B5EF4-FFF2-40B4-BE49-F238E27FC236}">
                <a16:creationId xmlns:a16="http://schemas.microsoft.com/office/drawing/2014/main" id="{8D01D62D-E730-F858-DBE0-8A61A03C72C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pPr>
              <a:defRPr/>
            </a:pPr>
            <a:fld id="{A65A5C87-DF58-40C8-B092-1DE63DB4547E}" type="slidenum">
              <a:rPr kumimoji="0" lang="de-DE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>
                    <a:tint val="75000"/>
                  </a:srgbClr>
                </a:solidFill>
                <a:effectLst/>
                <a:uLnTx/>
                <a:uFillTx/>
                <a:latin typeface="Avenir Next LT Pro"/>
                <a:ea typeface="+mn-ea"/>
                <a:cs typeface="+mn-cs"/>
              </a:rPr>
              <a:pPr>
                <a:defRPr/>
              </a:pPr>
              <a:t>24</a:t>
            </a:fld>
            <a:r>
              <a:rPr lang="de-DE">
                <a:solidFill>
                  <a:srgbClr val="000000">
                    <a:tint val="75000"/>
                  </a:srgbClr>
                </a:solidFill>
                <a:latin typeface="Avenir Next LT Pro"/>
              </a:rPr>
              <a:t>/24</a:t>
            </a:r>
            <a:endParaRPr lang="de-DE" sz="1200" b="0" i="0" u="none" strike="noStrike" kern="1200" cap="none" spc="0" normalizeH="0" baseline="0" noProof="0">
              <a:ln>
                <a:noFill/>
              </a:ln>
              <a:solidFill>
                <a:srgbClr val="000000">
                  <a:tint val="75000"/>
                </a:srgbClr>
              </a:solidFill>
              <a:effectLst/>
              <a:uLnTx/>
              <a:uFillTx/>
              <a:latin typeface="Avenir Next LT Pro"/>
            </a:endParaRPr>
          </a:p>
        </p:txBody>
      </p:sp>
      <p:pic>
        <p:nvPicPr>
          <p:cNvPr id="10" name="Grafik 9">
            <a:extLst>
              <a:ext uri="{FF2B5EF4-FFF2-40B4-BE49-F238E27FC236}">
                <a16:creationId xmlns:a16="http://schemas.microsoft.com/office/drawing/2014/main" id="{2DF02A56-9A63-EFAE-0EDB-647C843CC78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99" t="3407" r="-854" b="8408"/>
          <a:stretch>
            <a:fillRect/>
          </a:stretch>
        </p:blipFill>
        <p:spPr>
          <a:xfrm>
            <a:off x="1119963" y="333153"/>
            <a:ext cx="5039832" cy="58814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5375753"/>
      </p:ext>
    </p:extLst>
  </p:cSld>
  <p:clrMapOvr>
    <a:masterClrMapping/>
  </p:clrMapOvr>
</p:sld>
</file>

<file path=ppt/theme/theme1.xml><?xml version="1.0" encoding="utf-8"?>
<a:theme xmlns:a="http://schemas.openxmlformats.org/drawingml/2006/main" name="AccentBoxVTI">
  <a:themeElements>
    <a:clrScheme name="AccentBoxVTI">
      <a:dk1>
        <a:srgbClr val="000000"/>
      </a:dk1>
      <a:lt1>
        <a:sysClr val="window" lastClr="FFFFFF"/>
      </a:lt1>
      <a:dk2>
        <a:srgbClr val="262626"/>
      </a:dk2>
      <a:lt2>
        <a:srgbClr val="FFFFFF"/>
      </a:lt2>
      <a:accent1>
        <a:srgbClr val="F5A700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Avenir">
      <a:majorFont>
        <a:latin typeface="Avenir Next LT Pro"/>
        <a:ea typeface=""/>
        <a:cs typeface=""/>
      </a:majorFont>
      <a:minorFont>
        <a:latin typeface="Avenir Next L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8399953_TF89213316_Win32" id="{67A28977-17DF-4777-B40A-22DAA598986C}" vid="{8313F26B-4FB6-4A0C-9B52-428916D250D9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24</Slides>
  <Notes>2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5" baseType="lpstr">
      <vt:lpstr>AccentBoxVTI</vt:lpstr>
      <vt:lpstr>Technische Präsentation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Danke für Ihre Aufmerksamkeit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wenzig patrice</dc:creator>
  <cp:revision>2</cp:revision>
  <dcterms:created xsi:type="dcterms:W3CDTF">2026-07-05T09:20:19Z</dcterms:created>
  <dcterms:modified xsi:type="dcterms:W3CDTF">2026-07-22T11:19:49Z</dcterms:modified>
</cp:coreProperties>
</file>