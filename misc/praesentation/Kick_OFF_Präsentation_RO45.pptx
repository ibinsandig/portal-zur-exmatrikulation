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notesSlides/notesSlide9.xml" ContentType="application/vnd.openxmlformats-officedocument.presentationml.notesSlide+xml"/>
  <Override PartName="/ppt/ink/ink17.xml" ContentType="application/inkml+xml"/>
  <Override PartName="/ppt/ink/ink18.xml" ContentType="application/inkml+xml"/>
  <Override PartName="/ppt/ink/ink19.xml" ContentType="application/inkml+xml"/>
  <Override PartName="/ppt/ink/ink20.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4"/>
  </p:sldMasterIdLst>
  <p:notesMasterIdLst>
    <p:notesMasterId r:id="rId26"/>
  </p:notesMasterIdLst>
  <p:handoutMasterIdLst>
    <p:handoutMasterId r:id="rId27"/>
  </p:handoutMasterIdLst>
  <p:sldIdLst>
    <p:sldId id="281" r:id="rId5"/>
    <p:sldId id="355" r:id="rId6"/>
    <p:sldId id="354" r:id="rId7"/>
    <p:sldId id="353" r:id="rId8"/>
    <p:sldId id="360" r:id="rId9"/>
    <p:sldId id="363" r:id="rId10"/>
    <p:sldId id="366" r:id="rId11"/>
    <p:sldId id="365" r:id="rId12"/>
    <p:sldId id="371" r:id="rId13"/>
    <p:sldId id="367" r:id="rId14"/>
    <p:sldId id="370" r:id="rId15"/>
    <p:sldId id="374" r:id="rId16"/>
    <p:sldId id="375" r:id="rId17"/>
    <p:sldId id="359" r:id="rId18"/>
    <p:sldId id="283" r:id="rId19"/>
    <p:sldId id="351" r:id="rId20"/>
    <p:sldId id="356" r:id="rId21"/>
    <p:sldId id="284" r:id="rId22"/>
    <p:sldId id="368" r:id="rId23"/>
    <p:sldId id="357" r:id="rId24"/>
    <p:sldId id="358" r:id="rId25"/>
  </p:sldIdLst>
  <p:sldSz cx="12192000" cy="6858000"/>
  <p:notesSz cx="6858000" cy="9144000"/>
  <p:defaultTextStyle>
    <a:defPPr rtl="0">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AF39304-7CDB-4CC0-8D1D-CE79AEF1957F}">
          <p14:sldIdLst>
            <p14:sldId id="281"/>
            <p14:sldId id="355"/>
            <p14:sldId id="354"/>
          </p14:sldIdLst>
        </p14:section>
        <p14:section name="Projektmanagement" id="{268CA075-3DBC-45C0-BD5F-27AF7E8509D6}">
          <p14:sldIdLst>
            <p14:sldId id="353"/>
          </p14:sldIdLst>
        </p14:section>
        <p14:section name="Meilensteine" id="{87F38B51-E675-461A-B77B-3E33BA4E2CD5}">
          <p14:sldIdLst>
            <p14:sldId id="360"/>
          </p14:sldIdLst>
        </p14:section>
        <p14:section name="Risikomanagement" id="{8D6C3AEB-A291-459F-9077-8A4B1CAFEA62}">
          <p14:sldIdLst>
            <p14:sldId id="363"/>
          </p14:sldIdLst>
        </p14:section>
        <p14:section name="Arbeitsverteilung" id="{6FDAA2F2-6B1B-4D82-AF0D-4E0687C9F5B1}">
          <p14:sldIdLst>
            <p14:sldId id="366"/>
          </p14:sldIdLst>
        </p14:section>
        <p14:section name="Technische Umsetztung" id="{42B2D454-4D8E-4DB0-AC0C-85BE917099A9}">
          <p14:sldIdLst>
            <p14:sldId id="365"/>
            <p14:sldId id="371"/>
            <p14:sldId id="367"/>
            <p14:sldId id="370"/>
            <p14:sldId id="374"/>
            <p14:sldId id="375"/>
            <p14:sldId id="359"/>
          </p14:sldIdLst>
        </p14:section>
        <p14:section name="KannWeg" id="{A55D31BB-539F-44CA-9908-A3737DA965A8}">
          <p14:sldIdLst>
            <p14:sldId id="283"/>
            <p14:sldId id="351"/>
            <p14:sldId id="356"/>
            <p14:sldId id="284"/>
            <p14:sldId id="368"/>
            <p14:sldId id="357"/>
            <p14:sldId id="358"/>
          </p14:sldIdLst>
        </p14:section>
      </p14:sectionLst>
    </p:ext>
    <p:ext uri="{EFAFB233-063F-42B5-8137-9DF3F51BA10A}">
      <p15:sldGuideLst xmlns:p15="http://schemas.microsoft.com/office/powerpoint/2012/main">
        <p15:guide id="1" pos="360" userDrawn="1">
          <p15:clr>
            <a:srgbClr val="A4A3A4"/>
          </p15:clr>
        </p15:guide>
        <p15:guide id="2" pos="7392" userDrawn="1">
          <p15:clr>
            <a:srgbClr val="A4A3A4"/>
          </p15:clr>
        </p15:guide>
        <p15:guide id="3"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5" autoAdjust="0"/>
    <p:restoredTop sz="96709" autoAdjust="0"/>
  </p:normalViewPr>
  <p:slideViewPr>
    <p:cSldViewPr snapToGrid="0">
      <p:cViewPr varScale="1">
        <p:scale>
          <a:sx n="104" d="100"/>
          <a:sy n="104" d="100"/>
        </p:scale>
        <p:origin x="82" y="413"/>
      </p:cViewPr>
      <p:guideLst>
        <p:guide pos="360"/>
        <p:guide pos="7392"/>
        <p:guide orient="horz" pos="216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480"/>
    </p:cViewPr>
  </p:sorterViewPr>
  <p:notesViewPr>
    <p:cSldViewPr snapToGrid="0">
      <p:cViewPr varScale="1">
        <p:scale>
          <a:sx n="96" d="100"/>
          <a:sy n="96" d="100"/>
        </p:scale>
        <p:origin x="3642"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Datenreihe 1</c:v>
                </c:pt>
              </c:strCache>
            </c:strRef>
          </c:tx>
          <c:spPr>
            <a:solidFill>
              <a:schemeClr val="accent1"/>
            </a:solidFill>
            <a:ln>
              <a:noFill/>
            </a:ln>
            <a:effectLst/>
          </c:spPr>
          <c:invertIfNegative val="0"/>
          <c:cat>
            <c:strRef>
              <c:f>Sheet1!$A$2:$A$5</c:f>
              <c:strCache>
                <c:ptCount val="4"/>
                <c:pt idx="0">
                  <c:v>Kategorie 1</c:v>
                </c:pt>
                <c:pt idx="1">
                  <c:v>Kategorie 2</c:v>
                </c:pt>
                <c:pt idx="2">
                  <c:v>Kategorie 3</c:v>
                </c:pt>
                <c:pt idx="3">
                  <c:v>Kategorie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1967-45E6-8472-6DE62CD76DCF}"/>
            </c:ext>
          </c:extLst>
        </c:ser>
        <c:ser>
          <c:idx val="1"/>
          <c:order val="1"/>
          <c:tx>
            <c:strRef>
              <c:f>Sheet1!$C$1</c:f>
              <c:strCache>
                <c:ptCount val="1"/>
                <c:pt idx="0">
                  <c:v>Datenreihe 2</c:v>
                </c:pt>
              </c:strCache>
            </c:strRef>
          </c:tx>
          <c:spPr>
            <a:solidFill>
              <a:schemeClr val="accent4"/>
            </a:solidFill>
            <a:ln>
              <a:noFill/>
            </a:ln>
            <a:effectLst/>
          </c:spPr>
          <c:invertIfNegative val="0"/>
          <c:cat>
            <c:strRef>
              <c:f>Sheet1!$A$2:$A$5</c:f>
              <c:strCache>
                <c:ptCount val="4"/>
                <c:pt idx="0">
                  <c:v>Kategorie 1</c:v>
                </c:pt>
                <c:pt idx="1">
                  <c:v>Kategorie 2</c:v>
                </c:pt>
                <c:pt idx="2">
                  <c:v>Kategorie 3</c:v>
                </c:pt>
                <c:pt idx="3">
                  <c:v>Kategorie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1967-45E6-8472-6DE62CD76DCF}"/>
            </c:ext>
          </c:extLst>
        </c:ser>
        <c:ser>
          <c:idx val="2"/>
          <c:order val="2"/>
          <c:tx>
            <c:strRef>
              <c:f>Sheet1!$D$1</c:f>
              <c:strCache>
                <c:ptCount val="1"/>
                <c:pt idx="0">
                  <c:v>Datenreihe 3</c:v>
                </c:pt>
              </c:strCache>
            </c:strRef>
          </c:tx>
          <c:spPr>
            <a:solidFill>
              <a:schemeClr val="accent6"/>
            </a:solidFill>
            <a:ln>
              <a:noFill/>
            </a:ln>
            <a:effectLst/>
          </c:spPr>
          <c:invertIfNegative val="0"/>
          <c:cat>
            <c:strRef>
              <c:f>Sheet1!$A$2:$A$5</c:f>
              <c:strCache>
                <c:ptCount val="4"/>
                <c:pt idx="0">
                  <c:v>Kategorie 1</c:v>
                </c:pt>
                <c:pt idx="1">
                  <c:v>Kategorie 2</c:v>
                </c:pt>
                <c:pt idx="2">
                  <c:v>Kategorie 3</c:v>
                </c:pt>
                <c:pt idx="3">
                  <c:v>Kategorie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1967-45E6-8472-6DE62CD76DCF}"/>
            </c:ext>
          </c:extLst>
        </c:ser>
        <c:dLbls>
          <c:showLegendKey val="0"/>
          <c:showVal val="0"/>
          <c:showCatName val="0"/>
          <c:showSerName val="0"/>
          <c:showPercent val="0"/>
          <c:showBubbleSize val="0"/>
        </c:dLbls>
        <c:gapWidth val="219"/>
        <c:overlap val="-27"/>
        <c:axId val="420202112"/>
        <c:axId val="233051120"/>
      </c:barChart>
      <c:catAx>
        <c:axId val="420202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233051120"/>
        <c:crosses val="autoZero"/>
        <c:auto val="1"/>
        <c:lblAlgn val="ctr"/>
        <c:lblOffset val="100"/>
        <c:noMultiLvlLbl val="0"/>
      </c:catAx>
      <c:valAx>
        <c:axId val="2330511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4202021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5B2E815-0D19-41DC-B01B-4D608769620A}" type="doc">
      <dgm:prSet loTypeId="urn:microsoft.com/office/officeart/2016/7/layout/RoundedRectangleTimeline#1" loCatId="other" qsTypeId="urn:microsoft.com/office/officeart/2005/8/quickstyle/simple1" qsCatId="simple" csTypeId="urn:microsoft.com/office/officeart/2005/8/colors/colorful1" csCatId="colorful" phldr="1"/>
      <dgm:spPr/>
      <dgm:t>
        <a:bodyPr rtlCol="0"/>
        <a:lstStyle/>
        <a:p>
          <a:pPr rtl="0"/>
          <a:endParaRPr lang="en-US"/>
        </a:p>
      </dgm:t>
    </dgm:pt>
    <dgm:pt modelId="{B54C8F6C-BE1E-4EAB-B7A0-48DE01FFAA36}">
      <dgm:prSet phldrT="[Text]"/>
      <dgm:spPr/>
      <dgm:t>
        <a:bodyPr rtlCol="0"/>
        <a:lstStyle/>
        <a:p>
          <a:r>
            <a:rPr lang="de-DE" sz="2200" b="0" i="0" u="none" noProof="0">
              <a:latin typeface="Avenir Next LT Pro"/>
            </a:rPr>
            <a:t>23.03.2026</a:t>
          </a:r>
          <a:endParaRPr lang="de-DE" sz="2200"/>
        </a:p>
      </dgm:t>
    </dgm:pt>
    <dgm:pt modelId="{8DE7CD45-B7C0-432E-B819-6A7D97E31315}" type="parTrans" cxnId="{770CA1CC-3DDD-451E-AE83-A71CA570260C}">
      <dgm:prSet/>
      <dgm:spPr/>
      <dgm:t>
        <a:bodyPr rtlCol="0"/>
        <a:lstStyle/>
        <a:p>
          <a:pPr rtl="0"/>
          <a:endParaRPr lang="de-DE" noProof="0"/>
        </a:p>
      </dgm:t>
    </dgm:pt>
    <dgm:pt modelId="{C33B8BEF-A818-4A2F-A99A-E2B29895E184}" type="sibTrans" cxnId="{770CA1CC-3DDD-451E-AE83-A71CA570260C}">
      <dgm:prSet/>
      <dgm:spPr/>
      <dgm:t>
        <a:bodyPr rtlCol="0"/>
        <a:lstStyle/>
        <a:p>
          <a:pPr rtl="0"/>
          <a:endParaRPr lang="de-DE" noProof="0"/>
        </a:p>
      </dgm:t>
    </dgm:pt>
    <dgm:pt modelId="{A4C0B4E4-70AD-4901-9E3F-7EA25DD6DAA1}">
      <dgm:prSet phldrT="[Text]" phldr="0"/>
      <dgm:spPr/>
      <dgm:t>
        <a:bodyPr rtlCol="0"/>
        <a:lstStyle/>
        <a:p>
          <a:pPr rtl="0"/>
          <a:r>
            <a:rPr lang="de-DE" sz="1500" noProof="0">
              <a:latin typeface="Calibri"/>
              <a:ea typeface="Calibri"/>
              <a:cs typeface="Calibri"/>
            </a:rPr>
            <a:t>30.03.2026</a:t>
          </a:r>
        </a:p>
      </dgm:t>
    </dgm:pt>
    <dgm:pt modelId="{701D9033-BAD3-4299-933F-A47AFDC2ECD0}" type="parTrans" cxnId="{5E74CB62-E52E-4CEE-8AA1-9812BFC0D67E}">
      <dgm:prSet/>
      <dgm:spPr/>
      <dgm:t>
        <a:bodyPr rtlCol="0"/>
        <a:lstStyle/>
        <a:p>
          <a:pPr rtl="0"/>
          <a:endParaRPr lang="de-DE" noProof="0"/>
        </a:p>
      </dgm:t>
    </dgm:pt>
    <dgm:pt modelId="{657DB10D-2517-48AA-B970-6D815DBD4123}" type="sibTrans" cxnId="{5E74CB62-E52E-4CEE-8AA1-9812BFC0D67E}">
      <dgm:prSet/>
      <dgm:spPr/>
      <dgm:t>
        <a:bodyPr rtlCol="0"/>
        <a:lstStyle/>
        <a:p>
          <a:pPr rtl="0"/>
          <a:endParaRPr lang="de-DE" noProof="0"/>
        </a:p>
      </dgm:t>
    </dgm:pt>
    <dgm:pt modelId="{43CBB0A2-9D75-4264-8A30-3E8974B40658}">
      <dgm:prSet phldrT="[Text]"/>
      <dgm:spPr/>
      <dgm:t>
        <a:bodyPr rtlCol="0"/>
        <a:lstStyle/>
        <a:p>
          <a:pPr rtl="0"/>
          <a:r>
            <a:rPr lang="de-DE" sz="1500" b="0" i="0" u="none" noProof="0">
              <a:latin typeface="Calibri"/>
              <a:ea typeface="Calibri"/>
              <a:cs typeface="Calibri"/>
            </a:rPr>
            <a:t>06.04.2026</a:t>
          </a:r>
          <a:endParaRPr lang="de-DE" sz="1500" noProof="0">
            <a:latin typeface="Calibri"/>
            <a:ea typeface="Calibri"/>
            <a:cs typeface="Calibri"/>
          </a:endParaRPr>
        </a:p>
      </dgm:t>
    </dgm:pt>
    <dgm:pt modelId="{F806E590-5F8E-48A1-96AC-9E738290D2ED}" type="parTrans" cxnId="{4D2DF581-8128-4440-9E51-29109DC6ED52}">
      <dgm:prSet/>
      <dgm:spPr/>
      <dgm:t>
        <a:bodyPr rtlCol="0"/>
        <a:lstStyle/>
        <a:p>
          <a:pPr rtl="0"/>
          <a:endParaRPr lang="de-DE" noProof="0"/>
        </a:p>
      </dgm:t>
    </dgm:pt>
    <dgm:pt modelId="{20F77EFB-335C-4BC3-AD95-8421EDF343E6}" type="sibTrans" cxnId="{4D2DF581-8128-4440-9E51-29109DC6ED52}">
      <dgm:prSet/>
      <dgm:spPr/>
      <dgm:t>
        <a:bodyPr rtlCol="0"/>
        <a:lstStyle/>
        <a:p>
          <a:pPr rtl="0"/>
          <a:endParaRPr lang="de-DE" noProof="0"/>
        </a:p>
      </dgm:t>
    </dgm:pt>
    <dgm:pt modelId="{BA1616FF-810F-45C9-9A2F-AC41CB3CC6BC}">
      <dgm:prSet phldrT="[Text]"/>
      <dgm:spPr/>
      <dgm:t>
        <a:bodyPr rtlCol="0"/>
        <a:lstStyle/>
        <a:p>
          <a:pPr rtl="0"/>
          <a:r>
            <a:rPr lang="de-DE" sz="1500" b="0" i="0" u="none" noProof="0">
              <a:latin typeface="Calibri"/>
              <a:ea typeface="Calibri"/>
              <a:cs typeface="Calibri"/>
            </a:rPr>
            <a:t>18.05.2026</a:t>
          </a:r>
          <a:endParaRPr lang="de-DE" sz="1500" noProof="0">
            <a:latin typeface="Calibri"/>
            <a:ea typeface="Calibri"/>
            <a:cs typeface="Calibri"/>
          </a:endParaRPr>
        </a:p>
      </dgm:t>
    </dgm:pt>
    <dgm:pt modelId="{9544FBF8-477A-41E1-A1AC-3D721A7822EB}" type="parTrans" cxnId="{BA5CF126-908D-4215-B2E2-AF7012301DA0}">
      <dgm:prSet/>
      <dgm:spPr/>
      <dgm:t>
        <a:bodyPr rtlCol="0"/>
        <a:lstStyle/>
        <a:p>
          <a:pPr rtl="0"/>
          <a:endParaRPr lang="de-DE" noProof="0"/>
        </a:p>
      </dgm:t>
    </dgm:pt>
    <dgm:pt modelId="{6F62B292-7542-4770-A5DA-AD6E93F9642D}" type="sibTrans" cxnId="{BA5CF126-908D-4215-B2E2-AF7012301DA0}">
      <dgm:prSet/>
      <dgm:spPr/>
      <dgm:t>
        <a:bodyPr rtlCol="0"/>
        <a:lstStyle/>
        <a:p>
          <a:pPr rtl="0"/>
          <a:endParaRPr lang="de-DE" noProof="0"/>
        </a:p>
      </dgm:t>
    </dgm:pt>
    <dgm:pt modelId="{34DC0DB5-D034-4D2F-AB90-0514515D3425}">
      <dgm:prSet phldr="0"/>
      <dgm:spPr/>
      <dgm:t>
        <a:bodyPr/>
        <a:lstStyle/>
        <a:p>
          <a:r>
            <a:rPr lang="de-DE" sz="1100" noProof="0">
              <a:latin typeface="Calibri"/>
              <a:ea typeface="Calibri"/>
              <a:cs typeface="Calibri"/>
            </a:rPr>
            <a:t>22.06.2026</a:t>
          </a:r>
          <a:endParaRPr lang="en-US" sz="1100"/>
        </a:p>
      </dgm:t>
    </dgm:pt>
    <dgm:pt modelId="{874ACE9E-A9C5-4D27-922A-CCD429259817}" type="parTrans" cxnId="{0D1D5710-F3A0-4325-BE8A-F1001422C92D}">
      <dgm:prSet/>
      <dgm:spPr/>
    </dgm:pt>
    <dgm:pt modelId="{6FE47194-5F20-4C01-9B08-2D7E4CF8063B}" type="sibTrans" cxnId="{0D1D5710-F3A0-4325-BE8A-F1001422C92D}">
      <dgm:prSet/>
      <dgm:spPr/>
    </dgm:pt>
    <dgm:pt modelId="{C0A3C468-55EC-4CA1-A7FD-2CEA66E0A5FC}">
      <dgm:prSet phldr="0"/>
      <dgm:spPr/>
      <dgm:t>
        <a:bodyPr/>
        <a:lstStyle/>
        <a:p>
          <a:pPr rtl="0"/>
          <a:r>
            <a:rPr lang="de-DE" sz="1100">
              <a:latin typeface="Avenir Next LT Pro"/>
              <a:ea typeface="Calibri"/>
              <a:cs typeface="Calibri"/>
            </a:rPr>
            <a:t>10.07.2026</a:t>
          </a:r>
        </a:p>
      </dgm:t>
    </dgm:pt>
    <dgm:pt modelId="{E25A65CC-6013-46F3-98F7-D6B8503BE8B4}" type="parTrans" cxnId="{03AFAFED-B289-4F42-BF57-1883FB186689}">
      <dgm:prSet/>
      <dgm:spPr/>
    </dgm:pt>
    <dgm:pt modelId="{17285D09-2448-4170-B038-24C0EDC146BF}" type="sibTrans" cxnId="{03AFAFED-B289-4F42-BF57-1883FB186689}">
      <dgm:prSet/>
      <dgm:spPr/>
    </dgm:pt>
    <dgm:pt modelId="{1ACE5A37-C894-4DC0-8316-25AE860E9F15}">
      <dgm:prSet phldr="0"/>
      <dgm:spPr/>
      <dgm:t>
        <a:bodyPr/>
        <a:lstStyle/>
        <a:p>
          <a:pPr rtl="0"/>
          <a:r>
            <a:rPr lang="de-DE" sz="1100">
              <a:latin typeface="Avenir Next LT Pro"/>
              <a:ea typeface="Calibri"/>
              <a:cs typeface="Calibri"/>
            </a:rPr>
            <a:t>24.07.2026</a:t>
          </a:r>
        </a:p>
      </dgm:t>
    </dgm:pt>
    <dgm:pt modelId="{9AF1AA5C-EA32-41F5-B73D-1E2455379BFD}" type="parTrans" cxnId="{FFC29EDB-03E9-450B-8A68-01A832997A86}">
      <dgm:prSet/>
      <dgm:spPr/>
    </dgm:pt>
    <dgm:pt modelId="{A40603F7-7BF9-456C-BB04-2CC7064D5A3B}" type="sibTrans" cxnId="{FFC29EDB-03E9-450B-8A68-01A832997A86}">
      <dgm:prSet/>
      <dgm:spPr/>
    </dgm:pt>
    <dgm:pt modelId="{63ADF972-DA82-4E02-A863-7396DFBF785D}">
      <dgm:prSet phldr="0"/>
      <dgm:spPr/>
      <dgm:t>
        <a:bodyPr/>
        <a:lstStyle/>
        <a:p>
          <a:pPr rtl="0"/>
          <a:r>
            <a:rPr lang="de-DE" sz="700" noProof="0">
              <a:latin typeface="Calibri"/>
              <a:ea typeface="Calibri"/>
              <a:cs typeface="Calibri"/>
            </a:rPr>
            <a:t>Notwendige Koordinatensysteme festlegen</a:t>
          </a:r>
          <a:endParaRPr lang="de-DE" sz="1800" noProof="0">
            <a:latin typeface="Avenir Next LT Pro"/>
          </a:endParaRPr>
        </a:p>
      </dgm:t>
    </dgm:pt>
    <dgm:pt modelId="{F7DC8CBB-687D-42E4-8A97-24520DB0427F}" type="parTrans" cxnId="{14C0355E-0D96-4E6E-B85B-958702BCD32B}">
      <dgm:prSet/>
      <dgm:spPr/>
    </dgm:pt>
    <dgm:pt modelId="{CDE3211D-8325-451E-A1DC-0C41B09BD695}" type="sibTrans" cxnId="{14C0355E-0D96-4E6E-B85B-958702BCD32B}">
      <dgm:prSet/>
      <dgm:spPr/>
    </dgm:pt>
    <dgm:pt modelId="{18EB1643-0B04-4997-9587-A421623CF885}">
      <dgm:prSet phldr="0"/>
      <dgm:spPr/>
      <dgm:t>
        <a:bodyPr/>
        <a:lstStyle/>
        <a:p>
          <a:pPr rtl="0"/>
          <a:r>
            <a:rPr lang="de-DE" sz="700" noProof="0">
              <a:latin typeface="Calibri"/>
              <a:ea typeface="Calibri"/>
              <a:cs typeface="Calibri"/>
            </a:rPr>
            <a:t>Kick-Off Präsentation gehalten und alle</a:t>
          </a:r>
          <a:r>
            <a:rPr lang="de-DE" sz="700" noProof="0" dirty="0">
              <a:latin typeface="Calibri"/>
              <a:ea typeface="Calibri"/>
              <a:cs typeface="Calibri"/>
            </a:rPr>
            <a:t> planungstechnisch relevanten Informationen gesammelt</a:t>
          </a:r>
        </a:p>
      </dgm:t>
    </dgm:pt>
    <dgm:pt modelId="{0D10A7FA-B108-41C7-A84E-9C822B937095}" type="parTrans" cxnId="{41460D60-15B4-481E-BC53-D31EB6210C43}">
      <dgm:prSet/>
      <dgm:spPr/>
    </dgm:pt>
    <dgm:pt modelId="{DDF9C86B-9C4A-4146-BA1C-E72EF8D93ADB}" type="sibTrans" cxnId="{41460D60-15B4-481E-BC53-D31EB6210C43}">
      <dgm:prSet/>
      <dgm:spPr/>
    </dgm:pt>
    <dgm:pt modelId="{DF584DE2-46DE-4164-ACCB-B086D11DA1FA}">
      <dgm:prSet phldr="0"/>
      <dgm:spPr/>
      <dgm:t>
        <a:bodyPr/>
        <a:lstStyle/>
        <a:p>
          <a:pPr rtl="0"/>
          <a:r>
            <a:rPr lang="de-DE" sz="1100" noProof="0" dirty="0" err="1">
              <a:latin typeface="Calibri"/>
              <a:ea typeface="Calibri"/>
              <a:cs typeface="Calibri"/>
            </a:rPr>
            <a:t>Codebase</a:t>
          </a:r>
          <a:r>
            <a:rPr lang="de-DE" sz="1100" noProof="0" dirty="0">
              <a:latin typeface="Calibri"/>
              <a:ea typeface="Calibri"/>
              <a:cs typeface="Calibri"/>
            </a:rPr>
            <a:t> für ROS-Knoten und Kamera-Modul erstellen </a:t>
          </a:r>
        </a:p>
      </dgm:t>
    </dgm:pt>
    <dgm:pt modelId="{08D250E6-27A0-4A9E-A234-C17E0A012777}" type="parTrans" cxnId="{3AE6F162-35D4-4E38-9787-17AD92E38BB9}">
      <dgm:prSet/>
      <dgm:spPr/>
    </dgm:pt>
    <dgm:pt modelId="{19A0CF0B-E124-492C-AD6C-79B638FEA7C2}" type="sibTrans" cxnId="{3AE6F162-35D4-4E38-9787-17AD92E38BB9}">
      <dgm:prSet/>
      <dgm:spPr/>
    </dgm:pt>
    <dgm:pt modelId="{C64EB300-6341-42C5-8949-F48C0CC03A1C}">
      <dgm:prSet phldr="0"/>
      <dgm:spPr/>
      <dgm:t>
        <a:bodyPr/>
        <a:lstStyle/>
        <a:p>
          <a:pPr rtl="0"/>
          <a:r>
            <a:rPr lang="de-DE" sz="700" noProof="0" dirty="0">
              <a:latin typeface="Calibri"/>
              <a:ea typeface="Calibri"/>
              <a:cs typeface="Calibri"/>
            </a:rPr>
            <a:t>Regelung auf einen Punkt im </a:t>
          </a:r>
          <a:r>
            <a:rPr lang="de-DE" sz="700" noProof="0" dirty="0" err="1">
              <a:latin typeface="Calibri"/>
              <a:ea typeface="Calibri"/>
              <a:cs typeface="Calibri"/>
            </a:rPr>
            <a:t>defi</a:t>
          </a:r>
          <a:r>
            <a:rPr lang="de-DE" sz="700" noProof="0" dirty="0">
              <a:latin typeface="Calibri"/>
              <a:ea typeface="Calibri"/>
              <a:cs typeface="Calibri"/>
            </a:rPr>
            <a:t>. Weltkoordinatensystem inkl. Test</a:t>
          </a:r>
          <a:endParaRPr lang="de-DE" sz="1100" noProof="0" dirty="0">
            <a:latin typeface="Calibri"/>
            <a:ea typeface="Calibri"/>
            <a:cs typeface="Calibri"/>
          </a:endParaRPr>
        </a:p>
      </dgm:t>
    </dgm:pt>
    <dgm:pt modelId="{6D802FFB-8F38-4B68-8145-E784337B9FEA}" type="parTrans" cxnId="{2E6438C7-0433-4898-A47F-D486555A7B4D}">
      <dgm:prSet/>
      <dgm:spPr/>
    </dgm:pt>
    <dgm:pt modelId="{B5BCE0F1-A7FE-4E8F-8FA7-0861690F5754}" type="sibTrans" cxnId="{2E6438C7-0433-4898-A47F-D486555A7B4D}">
      <dgm:prSet/>
      <dgm:spPr/>
    </dgm:pt>
    <dgm:pt modelId="{766CCB05-1A6E-4F36-A678-C8E1A6B8F4CD}">
      <dgm:prSet phldr="0"/>
      <dgm:spPr/>
      <dgm:t>
        <a:bodyPr/>
        <a:lstStyle/>
        <a:p>
          <a:pPr rtl="0"/>
          <a:r>
            <a:rPr lang="de-DE" sz="1100" dirty="0">
              <a:latin typeface="Calibri"/>
              <a:ea typeface="Calibri"/>
              <a:cs typeface="Calibri"/>
            </a:rPr>
            <a:t>Kameramodul </a:t>
          </a:r>
          <a:r>
            <a:rPr lang="de-DE" sz="1100" dirty="0" err="1">
              <a:latin typeface="Calibri"/>
              <a:ea typeface="Calibri"/>
              <a:cs typeface="Calibri"/>
            </a:rPr>
            <a:t>Logic</a:t>
          </a:r>
          <a:r>
            <a:rPr lang="de-DE" sz="1100" dirty="0">
              <a:latin typeface="Calibri"/>
              <a:ea typeface="Calibri"/>
              <a:cs typeface="Calibri"/>
            </a:rPr>
            <a:t> mit Ausgabe der prädizierten Position im </a:t>
          </a:r>
          <a:r>
            <a:rPr lang="de-DE" sz="1100" dirty="0" err="1">
              <a:latin typeface="Calibri"/>
              <a:ea typeface="Calibri"/>
              <a:cs typeface="Calibri"/>
            </a:rPr>
            <a:t>defi</a:t>
          </a:r>
          <a:r>
            <a:rPr lang="de-DE" sz="1100" dirty="0">
              <a:latin typeface="Calibri"/>
              <a:ea typeface="Calibri"/>
              <a:cs typeface="Calibri"/>
            </a:rPr>
            <a:t>. Weltkoordinatensystem inkl. Test</a:t>
          </a:r>
          <a:endParaRPr lang="de-DE" sz="700" dirty="0">
            <a:latin typeface="Calibri"/>
            <a:ea typeface="Calibri"/>
            <a:cs typeface="Calibri"/>
          </a:endParaRPr>
        </a:p>
      </dgm:t>
    </dgm:pt>
    <dgm:pt modelId="{35831A01-16FE-46E5-8B15-731130C2C063}" type="parTrans" cxnId="{8E163731-A1AC-4390-B4B0-B418726DF539}">
      <dgm:prSet/>
      <dgm:spPr/>
    </dgm:pt>
    <dgm:pt modelId="{B95F0D3A-5794-4C70-967D-D371638ED13E}" type="sibTrans" cxnId="{8E163731-A1AC-4390-B4B0-B418726DF539}">
      <dgm:prSet/>
      <dgm:spPr/>
    </dgm:pt>
    <dgm:pt modelId="{F3E1D194-22F7-45FD-B3F1-86FF3B66F0AC}">
      <dgm:prSet phldr="0"/>
      <dgm:spPr/>
      <dgm:t>
        <a:bodyPr/>
        <a:lstStyle/>
        <a:p>
          <a:pPr rtl="0"/>
          <a:r>
            <a:rPr lang="de-DE" sz="700" dirty="0" err="1">
              <a:latin typeface="Calibri"/>
              <a:ea typeface="Calibri"/>
              <a:cs typeface="Calibri"/>
            </a:rPr>
            <a:t>Testing</a:t>
          </a:r>
          <a:r>
            <a:rPr lang="de-DE" sz="700" dirty="0">
              <a:latin typeface="Calibri"/>
              <a:ea typeface="Calibri"/>
              <a:cs typeface="Calibri"/>
            </a:rPr>
            <a:t> und Debugging des Gesamtsystem erfolgreich beendet</a:t>
          </a:r>
          <a:endParaRPr lang="de-DE" sz="700" dirty="0">
            <a:latin typeface="Avenir Next LT Pro"/>
            <a:ea typeface="Calibri"/>
            <a:cs typeface="Calibri"/>
          </a:endParaRPr>
        </a:p>
      </dgm:t>
    </dgm:pt>
    <dgm:pt modelId="{83B5EEFC-8D4B-41E1-8FDE-2553521DBB6C}" type="parTrans" cxnId="{EF318887-FC2D-477E-B5C1-1B2FFD7230C7}">
      <dgm:prSet/>
      <dgm:spPr/>
    </dgm:pt>
    <dgm:pt modelId="{E5B6BE24-BC34-4AE9-A0B1-216CFD6B8046}" type="sibTrans" cxnId="{EF318887-FC2D-477E-B5C1-1B2FFD7230C7}">
      <dgm:prSet/>
      <dgm:spPr/>
    </dgm:pt>
    <dgm:pt modelId="{9CC66B0B-49E4-45D5-A0D0-EC4E10D0FD4F}">
      <dgm:prSet phldr="0"/>
      <dgm:spPr/>
      <dgm:t>
        <a:bodyPr/>
        <a:lstStyle/>
        <a:p>
          <a:pPr rtl="0"/>
          <a:r>
            <a:rPr lang="de-DE" sz="700">
              <a:latin typeface="Calibri"/>
              <a:ea typeface="Calibri"/>
              <a:cs typeface="Calibri"/>
            </a:rPr>
            <a:t>Finale Präsentationen gehalten und Dokumentation abgeliefert</a:t>
          </a:r>
          <a:endParaRPr lang="de-DE" sz="700">
            <a:latin typeface="Avenir Next LT Pro"/>
            <a:ea typeface="Calibri"/>
            <a:cs typeface="Calibri"/>
          </a:endParaRPr>
        </a:p>
      </dgm:t>
    </dgm:pt>
    <dgm:pt modelId="{F960F0A0-9E7E-485C-9485-C6B0DE0F05B8}" type="parTrans" cxnId="{2C98AE40-1887-4916-9224-FC1A1B230371}">
      <dgm:prSet/>
      <dgm:spPr/>
    </dgm:pt>
    <dgm:pt modelId="{10FD932D-58F6-44A3-88B8-52E01E552D4D}" type="sibTrans" cxnId="{2C98AE40-1887-4916-9224-FC1A1B230371}">
      <dgm:prSet/>
      <dgm:spPr/>
    </dgm:pt>
    <dgm:pt modelId="{196C9F68-3606-4282-A4C6-4485F1280B5F}" type="pres">
      <dgm:prSet presAssocID="{E5B2E815-0D19-41DC-B01B-4D608769620A}" presName="Name0" presStyleCnt="0">
        <dgm:presLayoutVars>
          <dgm:chMax/>
          <dgm:chPref/>
          <dgm:animLvl val="lvl"/>
        </dgm:presLayoutVars>
      </dgm:prSet>
      <dgm:spPr/>
    </dgm:pt>
    <dgm:pt modelId="{66DFA6FA-C109-4260-A38A-1CE59AAB5719}" type="pres">
      <dgm:prSet presAssocID="{B54C8F6C-BE1E-4EAB-B7A0-48DE01FFAA36}" presName="composite1" presStyleCnt="0"/>
      <dgm:spPr/>
    </dgm:pt>
    <dgm:pt modelId="{7CD228D2-19B6-475C-AF51-DFB7F44D58BE}" type="pres">
      <dgm:prSet presAssocID="{B54C8F6C-BE1E-4EAB-B7A0-48DE01FFAA36}" presName="parent1" presStyleLbl="alignNode1" presStyleIdx="0" presStyleCnt="7">
        <dgm:presLayoutVars>
          <dgm:chMax val="1"/>
          <dgm:chPref val="1"/>
          <dgm:bulletEnabled val="1"/>
        </dgm:presLayoutVars>
      </dgm:prSet>
      <dgm:spPr/>
    </dgm:pt>
    <dgm:pt modelId="{E9BA7B37-270E-45C9-BB6F-3D721B5B0AF4}" type="pres">
      <dgm:prSet presAssocID="{B54C8F6C-BE1E-4EAB-B7A0-48DE01FFAA36}" presName="Childtext1" presStyleLbl="revTx" presStyleIdx="0" presStyleCnt="7">
        <dgm:presLayoutVars>
          <dgm:bulletEnabled val="1"/>
        </dgm:presLayoutVars>
      </dgm:prSet>
      <dgm:spPr/>
    </dgm:pt>
    <dgm:pt modelId="{422A99CD-EFC1-451E-88B8-5F4A0BDDA41A}" type="pres">
      <dgm:prSet presAssocID="{B54C8F6C-BE1E-4EAB-B7A0-48DE01FFAA36}" presName="ConnectLine1" presStyleLbl="sibTrans1D1" presStyleIdx="0" presStyleCnt="7"/>
      <dgm:spPr>
        <a:noFill/>
        <a:ln w="6350" cap="flat" cmpd="sng" algn="ctr">
          <a:solidFill>
            <a:schemeClr val="accent3">
              <a:hueOff val="0"/>
              <a:satOff val="0"/>
              <a:lumOff val="0"/>
              <a:alphaOff val="0"/>
            </a:schemeClr>
          </a:solidFill>
          <a:prstDash val="dash"/>
          <a:miter lim="800000"/>
        </a:ln>
        <a:effectLst/>
      </dgm:spPr>
    </dgm:pt>
    <dgm:pt modelId="{B900CE4A-277F-47DC-8CAB-01B7AECA318D}" type="pres">
      <dgm:prSet presAssocID="{B54C8F6C-BE1E-4EAB-B7A0-48DE01FFAA36}" presName="ConnectLineEnd1" presStyleLbl="lnNode1" presStyleIdx="0" presStyleCnt="7"/>
      <dgm:spPr/>
    </dgm:pt>
    <dgm:pt modelId="{80FCA74B-9F72-403F-97E3-9B6382645968}" type="pres">
      <dgm:prSet presAssocID="{B54C8F6C-BE1E-4EAB-B7A0-48DE01FFAA36}" presName="EmptyPane1" presStyleCnt="0"/>
      <dgm:spPr/>
    </dgm:pt>
    <dgm:pt modelId="{3EA456B0-21AF-49CF-A4D1-903FC2773F5E}" type="pres">
      <dgm:prSet presAssocID="{C33B8BEF-A818-4A2F-A99A-E2B29895E184}" presName="spaceBetweenRectangles1" presStyleCnt="0"/>
      <dgm:spPr/>
    </dgm:pt>
    <dgm:pt modelId="{63CC0CA5-8AD2-4753-B015-CAAD876A85FE}" type="pres">
      <dgm:prSet presAssocID="{A4C0B4E4-70AD-4901-9E3F-7EA25DD6DAA1}" presName="composite1" presStyleCnt="0"/>
      <dgm:spPr/>
    </dgm:pt>
    <dgm:pt modelId="{8F655873-B807-4B42-A267-23CC93BF6096}" type="pres">
      <dgm:prSet presAssocID="{A4C0B4E4-70AD-4901-9E3F-7EA25DD6DAA1}" presName="parent1" presStyleLbl="alignNode1" presStyleIdx="1" presStyleCnt="7">
        <dgm:presLayoutVars>
          <dgm:chMax val="1"/>
          <dgm:chPref val="1"/>
          <dgm:bulletEnabled val="1"/>
        </dgm:presLayoutVars>
      </dgm:prSet>
      <dgm:spPr/>
    </dgm:pt>
    <dgm:pt modelId="{8361DA66-32BD-4280-A0D4-AE9EBB0ED306}" type="pres">
      <dgm:prSet presAssocID="{A4C0B4E4-70AD-4901-9E3F-7EA25DD6DAA1}" presName="Childtext1" presStyleLbl="revTx" presStyleIdx="1" presStyleCnt="7">
        <dgm:presLayoutVars>
          <dgm:bulletEnabled val="1"/>
        </dgm:presLayoutVars>
      </dgm:prSet>
      <dgm:spPr/>
    </dgm:pt>
    <dgm:pt modelId="{04210367-D61D-4703-8BBF-57A9FBDA1D33}" type="pres">
      <dgm:prSet presAssocID="{A4C0B4E4-70AD-4901-9E3F-7EA25DD6DAA1}" presName="ConnectLine1" presStyleLbl="sibTrans1D1" presStyleIdx="1" presStyleCnt="7"/>
      <dgm:spPr>
        <a:noFill/>
        <a:ln w="6350" cap="flat" cmpd="sng" algn="ctr">
          <a:solidFill>
            <a:schemeClr val="accent6">
              <a:hueOff val="0"/>
              <a:satOff val="0"/>
              <a:lumOff val="0"/>
              <a:alphaOff val="0"/>
            </a:schemeClr>
          </a:solidFill>
          <a:prstDash val="dash"/>
          <a:miter lim="800000"/>
        </a:ln>
        <a:effectLst/>
      </dgm:spPr>
    </dgm:pt>
    <dgm:pt modelId="{9680C5CD-EB33-41A1-838D-6134F710137B}" type="pres">
      <dgm:prSet presAssocID="{A4C0B4E4-70AD-4901-9E3F-7EA25DD6DAA1}" presName="ConnectLineEnd1" presStyleLbl="lnNode1" presStyleIdx="1" presStyleCnt="7"/>
      <dgm:spPr/>
    </dgm:pt>
    <dgm:pt modelId="{27FC0B91-63CB-4871-A7D7-790FA4B92DCF}" type="pres">
      <dgm:prSet presAssocID="{A4C0B4E4-70AD-4901-9E3F-7EA25DD6DAA1}" presName="EmptyPane1" presStyleCnt="0"/>
      <dgm:spPr/>
    </dgm:pt>
    <dgm:pt modelId="{CB64DB02-7995-431F-8EF3-DAF1143B826E}" type="pres">
      <dgm:prSet presAssocID="{657DB10D-2517-48AA-B970-6D815DBD4123}" presName="spaceBetweenRectangles1" presStyleCnt="0"/>
      <dgm:spPr/>
    </dgm:pt>
    <dgm:pt modelId="{1AC071D1-281E-4227-A868-F27CEFB80CF8}" type="pres">
      <dgm:prSet presAssocID="{43CBB0A2-9D75-4264-8A30-3E8974B40658}" presName="composite1" presStyleCnt="0"/>
      <dgm:spPr/>
    </dgm:pt>
    <dgm:pt modelId="{BE4E2F16-7D44-4693-A0E3-078499CFF161}" type="pres">
      <dgm:prSet presAssocID="{43CBB0A2-9D75-4264-8A30-3E8974B40658}" presName="parent1" presStyleLbl="alignNode1" presStyleIdx="2" presStyleCnt="7">
        <dgm:presLayoutVars>
          <dgm:chMax val="1"/>
          <dgm:chPref val="1"/>
          <dgm:bulletEnabled val="1"/>
        </dgm:presLayoutVars>
      </dgm:prSet>
      <dgm:spPr/>
    </dgm:pt>
    <dgm:pt modelId="{F146BD55-E9E8-4449-BD6A-DA7ABF301D62}" type="pres">
      <dgm:prSet presAssocID="{43CBB0A2-9D75-4264-8A30-3E8974B40658}" presName="Childtext1" presStyleLbl="revTx" presStyleIdx="2" presStyleCnt="7">
        <dgm:presLayoutVars>
          <dgm:bulletEnabled val="1"/>
        </dgm:presLayoutVars>
      </dgm:prSet>
      <dgm:spPr/>
    </dgm:pt>
    <dgm:pt modelId="{FA1FAFC5-D376-456B-A9DB-D3ADB27E8F57}" type="pres">
      <dgm:prSet presAssocID="{43CBB0A2-9D75-4264-8A30-3E8974B40658}" presName="ConnectLine1" presStyleLbl="sibTrans1D1" presStyleIdx="2" presStyleCnt="7"/>
      <dgm:spPr>
        <a:noFill/>
        <a:ln w="6350" cap="flat" cmpd="sng" algn="ctr">
          <a:solidFill>
            <a:schemeClr val="accent3">
              <a:hueOff val="0"/>
              <a:satOff val="0"/>
              <a:lumOff val="0"/>
              <a:alphaOff val="0"/>
            </a:schemeClr>
          </a:solidFill>
          <a:prstDash val="dash"/>
          <a:miter lim="800000"/>
        </a:ln>
        <a:effectLst/>
      </dgm:spPr>
    </dgm:pt>
    <dgm:pt modelId="{9A12CBE4-121A-4FEF-A821-33C42D6E9CA1}" type="pres">
      <dgm:prSet presAssocID="{43CBB0A2-9D75-4264-8A30-3E8974B40658}" presName="ConnectLineEnd1" presStyleLbl="lnNode1" presStyleIdx="2" presStyleCnt="7"/>
      <dgm:spPr/>
    </dgm:pt>
    <dgm:pt modelId="{39D488DA-B2BF-48D6-AC36-F736DE192606}" type="pres">
      <dgm:prSet presAssocID="{43CBB0A2-9D75-4264-8A30-3E8974B40658}" presName="EmptyPane1" presStyleCnt="0"/>
      <dgm:spPr/>
    </dgm:pt>
    <dgm:pt modelId="{9CFFC04A-4F94-498E-A470-6C98368A651A}" type="pres">
      <dgm:prSet presAssocID="{20F77EFB-335C-4BC3-AD95-8421EDF343E6}" presName="spaceBetweenRectangles1" presStyleCnt="0"/>
      <dgm:spPr/>
    </dgm:pt>
    <dgm:pt modelId="{80E48280-8E7A-4D22-B406-1FD5035EEE0C}" type="pres">
      <dgm:prSet presAssocID="{BA1616FF-810F-45C9-9A2F-AC41CB3CC6BC}" presName="composite1" presStyleCnt="0"/>
      <dgm:spPr/>
    </dgm:pt>
    <dgm:pt modelId="{FABC6C6E-C34B-48FC-ADFC-33C9D37823EE}" type="pres">
      <dgm:prSet presAssocID="{BA1616FF-810F-45C9-9A2F-AC41CB3CC6BC}" presName="parent1" presStyleLbl="alignNode1" presStyleIdx="3" presStyleCnt="7">
        <dgm:presLayoutVars>
          <dgm:chMax val="1"/>
          <dgm:chPref val="1"/>
          <dgm:bulletEnabled val="1"/>
        </dgm:presLayoutVars>
      </dgm:prSet>
      <dgm:spPr/>
    </dgm:pt>
    <dgm:pt modelId="{3D7BFBF8-FE56-48C7-93F8-8BC5A643FCB0}" type="pres">
      <dgm:prSet presAssocID="{BA1616FF-810F-45C9-9A2F-AC41CB3CC6BC}" presName="Childtext1" presStyleLbl="revTx" presStyleIdx="3" presStyleCnt="7">
        <dgm:presLayoutVars>
          <dgm:bulletEnabled val="1"/>
        </dgm:presLayoutVars>
      </dgm:prSet>
      <dgm:spPr/>
    </dgm:pt>
    <dgm:pt modelId="{EC1411F9-125F-40E5-BD4B-43F2C7D4028F}" type="pres">
      <dgm:prSet presAssocID="{BA1616FF-810F-45C9-9A2F-AC41CB3CC6BC}" presName="ConnectLine1" presStyleLbl="sibTrans1D1" presStyleIdx="3" presStyleCnt="7"/>
      <dgm:spPr>
        <a:noFill/>
        <a:ln w="6350" cap="flat" cmpd="sng" algn="ctr">
          <a:solidFill>
            <a:schemeClr val="accent5">
              <a:hueOff val="0"/>
              <a:satOff val="0"/>
              <a:lumOff val="0"/>
              <a:alphaOff val="0"/>
            </a:schemeClr>
          </a:solidFill>
          <a:prstDash val="dash"/>
          <a:miter lim="800000"/>
        </a:ln>
        <a:effectLst/>
      </dgm:spPr>
    </dgm:pt>
    <dgm:pt modelId="{BE18922C-6F59-433A-A3E3-4DED680C9CFC}" type="pres">
      <dgm:prSet presAssocID="{BA1616FF-810F-45C9-9A2F-AC41CB3CC6BC}" presName="ConnectLineEnd1" presStyleLbl="lnNode1" presStyleIdx="3" presStyleCnt="7"/>
      <dgm:spPr/>
    </dgm:pt>
    <dgm:pt modelId="{009F8C79-5847-442D-B498-10BB7E4D0287}" type="pres">
      <dgm:prSet presAssocID="{BA1616FF-810F-45C9-9A2F-AC41CB3CC6BC}" presName="EmptyPane1" presStyleCnt="0"/>
      <dgm:spPr/>
    </dgm:pt>
    <dgm:pt modelId="{87895F41-FD90-4328-9CBC-BB820061647C}" type="pres">
      <dgm:prSet presAssocID="{6F62B292-7542-4770-A5DA-AD6E93F9642D}" presName="spaceBetweenRectangles1" presStyleCnt="0"/>
      <dgm:spPr/>
    </dgm:pt>
    <dgm:pt modelId="{BBC7C626-E6EC-4417-9883-F4D51D977D41}" type="pres">
      <dgm:prSet presAssocID="{34DC0DB5-D034-4D2F-AB90-0514515D3425}" presName="composite1" presStyleCnt="0"/>
      <dgm:spPr/>
    </dgm:pt>
    <dgm:pt modelId="{2337A700-AD4B-4E83-B9ED-92C2905ACB5B}" type="pres">
      <dgm:prSet presAssocID="{34DC0DB5-D034-4D2F-AB90-0514515D3425}" presName="parent1" presStyleLbl="alignNode1" presStyleIdx="4" presStyleCnt="7">
        <dgm:presLayoutVars>
          <dgm:chMax val="1"/>
          <dgm:chPref val="1"/>
          <dgm:bulletEnabled val="1"/>
        </dgm:presLayoutVars>
      </dgm:prSet>
      <dgm:spPr/>
    </dgm:pt>
    <dgm:pt modelId="{00758511-AE1C-4D92-910C-ED9B15521599}" type="pres">
      <dgm:prSet presAssocID="{34DC0DB5-D034-4D2F-AB90-0514515D3425}" presName="Childtext1" presStyleLbl="revTx" presStyleIdx="4" presStyleCnt="7">
        <dgm:presLayoutVars>
          <dgm:bulletEnabled val="1"/>
        </dgm:presLayoutVars>
      </dgm:prSet>
      <dgm:spPr/>
    </dgm:pt>
    <dgm:pt modelId="{B78252F0-BBD7-4CDF-8152-8BF389B90A12}" type="pres">
      <dgm:prSet presAssocID="{34DC0DB5-D034-4D2F-AB90-0514515D3425}" presName="ConnectLine1" presStyleLbl="sibTrans1D1" presStyleIdx="4" presStyleCnt="7"/>
      <dgm:spPr>
        <a:noFill/>
        <a:ln w="6350" cap="flat" cmpd="sng" algn="ctr">
          <a:solidFill>
            <a:schemeClr val="accent2">
              <a:hueOff val="0"/>
              <a:satOff val="0"/>
              <a:lumOff val="0"/>
              <a:alphaOff val="0"/>
            </a:schemeClr>
          </a:solidFill>
          <a:prstDash val="dash"/>
          <a:miter lim="800000"/>
        </a:ln>
        <a:effectLst/>
      </dgm:spPr>
    </dgm:pt>
    <dgm:pt modelId="{A392D0E5-8FA6-4FE5-8BCD-28BEE2F15A63}" type="pres">
      <dgm:prSet presAssocID="{34DC0DB5-D034-4D2F-AB90-0514515D3425}" presName="ConnectLineEnd1" presStyleLbl="lnNode1" presStyleIdx="4" presStyleCnt="7"/>
      <dgm:spPr/>
    </dgm:pt>
    <dgm:pt modelId="{8AE23091-2A56-45F3-B718-50905975F9D9}" type="pres">
      <dgm:prSet presAssocID="{34DC0DB5-D034-4D2F-AB90-0514515D3425}" presName="EmptyPane1" presStyleCnt="0"/>
      <dgm:spPr/>
    </dgm:pt>
    <dgm:pt modelId="{450B5633-C25A-4706-A9B7-1462220848A1}" type="pres">
      <dgm:prSet presAssocID="{6FE47194-5F20-4C01-9B08-2D7E4CF8063B}" presName="spaceBetweenRectangles1" presStyleCnt="0"/>
      <dgm:spPr/>
    </dgm:pt>
    <dgm:pt modelId="{C7D04861-121D-4D34-AFF8-6F79E553DFD0}" type="pres">
      <dgm:prSet presAssocID="{C0A3C468-55EC-4CA1-A7FD-2CEA66E0A5FC}" presName="composite1" presStyleCnt="0"/>
      <dgm:spPr/>
    </dgm:pt>
    <dgm:pt modelId="{C9ADF65A-B42D-497A-A36E-94442E9012AB}" type="pres">
      <dgm:prSet presAssocID="{C0A3C468-55EC-4CA1-A7FD-2CEA66E0A5FC}" presName="parent1" presStyleLbl="alignNode1" presStyleIdx="5" presStyleCnt="7">
        <dgm:presLayoutVars>
          <dgm:chMax val="1"/>
          <dgm:chPref val="1"/>
          <dgm:bulletEnabled val="1"/>
        </dgm:presLayoutVars>
      </dgm:prSet>
      <dgm:spPr/>
    </dgm:pt>
    <dgm:pt modelId="{C2C67EDB-5EF7-406F-A133-246B84E42FCF}" type="pres">
      <dgm:prSet presAssocID="{C0A3C468-55EC-4CA1-A7FD-2CEA66E0A5FC}" presName="Childtext1" presStyleLbl="revTx" presStyleIdx="5" presStyleCnt="7">
        <dgm:presLayoutVars>
          <dgm:bulletEnabled val="1"/>
        </dgm:presLayoutVars>
      </dgm:prSet>
      <dgm:spPr/>
    </dgm:pt>
    <dgm:pt modelId="{77026A00-9EB5-4348-B79E-28E4DE9E5B35}" type="pres">
      <dgm:prSet presAssocID="{C0A3C468-55EC-4CA1-A7FD-2CEA66E0A5FC}" presName="ConnectLine1" presStyleLbl="sibTrans1D1" presStyleIdx="5" presStyleCnt="7"/>
      <dgm:spPr>
        <a:noFill/>
        <a:ln w="6350" cap="flat" cmpd="sng" algn="ctr">
          <a:solidFill>
            <a:schemeClr val="accent4">
              <a:hueOff val="0"/>
              <a:satOff val="0"/>
              <a:lumOff val="0"/>
              <a:alphaOff val="0"/>
            </a:schemeClr>
          </a:solidFill>
          <a:prstDash val="dash"/>
          <a:miter lim="800000"/>
        </a:ln>
        <a:effectLst/>
      </dgm:spPr>
    </dgm:pt>
    <dgm:pt modelId="{94A0D92D-7052-4C3F-9503-6F258F3844FF}" type="pres">
      <dgm:prSet presAssocID="{C0A3C468-55EC-4CA1-A7FD-2CEA66E0A5FC}" presName="ConnectLineEnd1" presStyleLbl="lnNode1" presStyleIdx="5" presStyleCnt="7"/>
      <dgm:spPr/>
    </dgm:pt>
    <dgm:pt modelId="{C1806DB5-B059-408A-BAAC-923945DEF33A}" type="pres">
      <dgm:prSet presAssocID="{C0A3C468-55EC-4CA1-A7FD-2CEA66E0A5FC}" presName="EmptyPane1" presStyleCnt="0"/>
      <dgm:spPr/>
    </dgm:pt>
    <dgm:pt modelId="{FD78F18D-CB5D-417B-B4C0-C130F3C17B12}" type="pres">
      <dgm:prSet presAssocID="{17285D09-2448-4170-B038-24C0EDC146BF}" presName="spaceBetweenRectangles1" presStyleCnt="0"/>
      <dgm:spPr/>
    </dgm:pt>
    <dgm:pt modelId="{26FC35B0-01A5-4468-834E-CBED4F4E782F}" type="pres">
      <dgm:prSet presAssocID="{1ACE5A37-C894-4DC0-8316-25AE860E9F15}" presName="composite1" presStyleCnt="0"/>
      <dgm:spPr/>
    </dgm:pt>
    <dgm:pt modelId="{E23796CC-60B3-40A7-86D9-E4AA70B3E291}" type="pres">
      <dgm:prSet presAssocID="{1ACE5A37-C894-4DC0-8316-25AE860E9F15}" presName="parent1" presStyleLbl="alignNode1" presStyleIdx="6" presStyleCnt="7">
        <dgm:presLayoutVars>
          <dgm:chMax val="1"/>
          <dgm:chPref val="1"/>
          <dgm:bulletEnabled val="1"/>
        </dgm:presLayoutVars>
      </dgm:prSet>
      <dgm:spPr/>
    </dgm:pt>
    <dgm:pt modelId="{57841E0B-D60A-4A96-8BC2-4EC554FAB321}" type="pres">
      <dgm:prSet presAssocID="{1ACE5A37-C894-4DC0-8316-25AE860E9F15}" presName="Childtext1" presStyleLbl="revTx" presStyleIdx="6" presStyleCnt="7">
        <dgm:presLayoutVars>
          <dgm:bulletEnabled val="1"/>
        </dgm:presLayoutVars>
      </dgm:prSet>
      <dgm:spPr/>
    </dgm:pt>
    <dgm:pt modelId="{251391CF-73E7-472F-9B7D-EC40DB8E33CA}" type="pres">
      <dgm:prSet presAssocID="{1ACE5A37-C894-4DC0-8316-25AE860E9F15}" presName="ConnectLine1" presStyleLbl="sibTrans1D1" presStyleIdx="6" presStyleCnt="7"/>
      <dgm:spPr>
        <a:noFill/>
        <a:ln w="6350" cap="flat" cmpd="sng" algn="ctr">
          <a:solidFill>
            <a:schemeClr val="accent6">
              <a:hueOff val="0"/>
              <a:satOff val="0"/>
              <a:lumOff val="0"/>
              <a:alphaOff val="0"/>
            </a:schemeClr>
          </a:solidFill>
          <a:prstDash val="dash"/>
          <a:miter lim="800000"/>
        </a:ln>
        <a:effectLst/>
      </dgm:spPr>
    </dgm:pt>
    <dgm:pt modelId="{4785A949-B474-487C-954A-350FEF68EC03}" type="pres">
      <dgm:prSet presAssocID="{1ACE5A37-C894-4DC0-8316-25AE860E9F15}" presName="ConnectLineEnd1" presStyleLbl="lnNode1" presStyleIdx="6" presStyleCnt="7"/>
      <dgm:spPr/>
    </dgm:pt>
    <dgm:pt modelId="{058DB278-40F5-4B74-9E6F-A286B50F88D7}" type="pres">
      <dgm:prSet presAssocID="{1ACE5A37-C894-4DC0-8316-25AE860E9F15}" presName="EmptyPane1" presStyleCnt="0"/>
      <dgm:spPr/>
    </dgm:pt>
  </dgm:ptLst>
  <dgm:cxnLst>
    <dgm:cxn modelId="{0D1D5710-F3A0-4325-BE8A-F1001422C92D}" srcId="{E5B2E815-0D19-41DC-B01B-4D608769620A}" destId="{34DC0DB5-D034-4D2F-AB90-0514515D3425}" srcOrd="4" destOrd="0" parTransId="{874ACE9E-A9C5-4D27-922A-CCD429259817}" sibTransId="{6FE47194-5F20-4C01-9B08-2D7E4CF8063B}"/>
    <dgm:cxn modelId="{2ACBE21D-FF01-43DC-8614-A2809B384F9E}" type="presOf" srcId="{C64EB300-6341-42C5-8949-F48C0CC03A1C}" destId="{3D7BFBF8-FE56-48C7-93F8-8BC5A643FCB0}" srcOrd="0" destOrd="0" presId="urn:microsoft.com/office/officeart/2016/7/layout/RoundedRectangleTimeline#1"/>
    <dgm:cxn modelId="{BA5CF126-908D-4215-B2E2-AF7012301DA0}" srcId="{E5B2E815-0D19-41DC-B01B-4D608769620A}" destId="{BA1616FF-810F-45C9-9A2F-AC41CB3CC6BC}" srcOrd="3" destOrd="0" parTransId="{9544FBF8-477A-41E1-A1AC-3D721A7822EB}" sibTransId="{6F62B292-7542-4770-A5DA-AD6E93F9642D}"/>
    <dgm:cxn modelId="{8E163731-A1AC-4390-B4B0-B418726DF539}" srcId="{34DC0DB5-D034-4D2F-AB90-0514515D3425}" destId="{766CCB05-1A6E-4F36-A678-C8E1A6B8F4CD}" srcOrd="0" destOrd="0" parTransId="{35831A01-16FE-46E5-8B15-731130C2C063}" sibTransId="{B95F0D3A-5794-4C70-967D-D371638ED13E}"/>
    <dgm:cxn modelId="{E56EE437-F891-45C8-910A-CF27F38E93D7}" type="presOf" srcId="{BA1616FF-810F-45C9-9A2F-AC41CB3CC6BC}" destId="{FABC6C6E-C34B-48FC-ADFC-33C9D37823EE}" srcOrd="0" destOrd="0" presId="urn:microsoft.com/office/officeart/2016/7/layout/RoundedRectangleTimeline#1"/>
    <dgm:cxn modelId="{2C98AE40-1887-4916-9224-FC1A1B230371}" srcId="{1ACE5A37-C894-4DC0-8316-25AE860E9F15}" destId="{9CC66B0B-49E4-45D5-A0D0-EC4E10D0FD4F}" srcOrd="0" destOrd="0" parTransId="{F960F0A0-9E7E-485C-9485-C6B0DE0F05B8}" sibTransId="{10FD932D-58F6-44A3-88B8-52E01E552D4D}"/>
    <dgm:cxn modelId="{14C0355E-0D96-4E6E-B85B-958702BCD32B}" srcId="{B54C8F6C-BE1E-4EAB-B7A0-48DE01FFAA36}" destId="{63ADF972-DA82-4E02-A863-7396DFBF785D}" srcOrd="0" destOrd="0" parTransId="{F7DC8CBB-687D-42E4-8A97-24520DB0427F}" sibTransId="{CDE3211D-8325-451E-A1DC-0C41B09BD695}"/>
    <dgm:cxn modelId="{C8F4DA5F-80F4-4B5F-9F53-A4CBBD2BE85E}" type="presOf" srcId="{F3E1D194-22F7-45FD-B3F1-86FF3B66F0AC}" destId="{C2C67EDB-5EF7-406F-A133-246B84E42FCF}" srcOrd="0" destOrd="0" presId="urn:microsoft.com/office/officeart/2016/7/layout/RoundedRectangleTimeline#1"/>
    <dgm:cxn modelId="{41460D60-15B4-481E-BC53-D31EB6210C43}" srcId="{A4C0B4E4-70AD-4901-9E3F-7EA25DD6DAA1}" destId="{18EB1643-0B04-4997-9587-A421623CF885}" srcOrd="0" destOrd="0" parTransId="{0D10A7FA-B108-41C7-A84E-9C822B937095}" sibTransId="{DDF9C86B-9C4A-4146-BA1C-E72EF8D93ADB}"/>
    <dgm:cxn modelId="{99534061-EB31-4A9A-8E18-9C4054348F68}" type="presOf" srcId="{A4C0B4E4-70AD-4901-9E3F-7EA25DD6DAA1}" destId="{8F655873-B807-4B42-A267-23CC93BF6096}" srcOrd="0" destOrd="0" presId="urn:microsoft.com/office/officeart/2016/7/layout/RoundedRectangleTimeline#1"/>
    <dgm:cxn modelId="{5E74CB62-E52E-4CEE-8AA1-9812BFC0D67E}" srcId="{E5B2E815-0D19-41DC-B01B-4D608769620A}" destId="{A4C0B4E4-70AD-4901-9E3F-7EA25DD6DAA1}" srcOrd="1" destOrd="0" parTransId="{701D9033-BAD3-4299-933F-A47AFDC2ECD0}" sibTransId="{657DB10D-2517-48AA-B970-6D815DBD4123}"/>
    <dgm:cxn modelId="{3AE6F162-35D4-4E38-9787-17AD92E38BB9}" srcId="{43CBB0A2-9D75-4264-8A30-3E8974B40658}" destId="{DF584DE2-46DE-4164-ACCB-B086D11DA1FA}" srcOrd="0" destOrd="0" parTransId="{08D250E6-27A0-4A9E-A234-C17E0A012777}" sibTransId="{19A0CF0B-E124-492C-AD6C-79B638FEA7C2}"/>
    <dgm:cxn modelId="{7686DE55-0D3B-4F69-B6F3-4BB703300738}" type="presOf" srcId="{C0A3C468-55EC-4CA1-A7FD-2CEA66E0A5FC}" destId="{C9ADF65A-B42D-497A-A36E-94442E9012AB}" srcOrd="0" destOrd="0" presId="urn:microsoft.com/office/officeart/2016/7/layout/RoundedRectangleTimeline#1"/>
    <dgm:cxn modelId="{4D2DF581-8128-4440-9E51-29109DC6ED52}" srcId="{E5B2E815-0D19-41DC-B01B-4D608769620A}" destId="{43CBB0A2-9D75-4264-8A30-3E8974B40658}" srcOrd="2" destOrd="0" parTransId="{F806E590-5F8E-48A1-96AC-9E738290D2ED}" sibTransId="{20F77EFB-335C-4BC3-AD95-8421EDF343E6}"/>
    <dgm:cxn modelId="{EDA1F184-56A3-4D17-953C-A40769AB20C2}" type="presOf" srcId="{9CC66B0B-49E4-45D5-A0D0-EC4E10D0FD4F}" destId="{57841E0B-D60A-4A96-8BC2-4EC554FAB321}" srcOrd="0" destOrd="0" presId="urn:microsoft.com/office/officeart/2016/7/layout/RoundedRectangleTimeline#1"/>
    <dgm:cxn modelId="{EF318887-FC2D-477E-B5C1-1B2FFD7230C7}" srcId="{C0A3C468-55EC-4CA1-A7FD-2CEA66E0A5FC}" destId="{F3E1D194-22F7-45FD-B3F1-86FF3B66F0AC}" srcOrd="0" destOrd="0" parTransId="{83B5EEFC-8D4B-41E1-8FDE-2553521DBB6C}" sibTransId="{E5B6BE24-BC34-4AE9-A0B1-216CFD6B8046}"/>
    <dgm:cxn modelId="{DE4B618C-8004-4F18-94FB-DE9845738499}" type="presOf" srcId="{B54C8F6C-BE1E-4EAB-B7A0-48DE01FFAA36}" destId="{7CD228D2-19B6-475C-AF51-DFB7F44D58BE}" srcOrd="0" destOrd="0" presId="urn:microsoft.com/office/officeart/2016/7/layout/RoundedRectangleTimeline#1"/>
    <dgm:cxn modelId="{E4435F8F-A8DC-452F-AC19-27A920CF359A}" type="presOf" srcId="{766CCB05-1A6E-4F36-A678-C8E1A6B8F4CD}" destId="{00758511-AE1C-4D92-910C-ED9B15521599}" srcOrd="0" destOrd="0" presId="urn:microsoft.com/office/officeart/2016/7/layout/RoundedRectangleTimeline#1"/>
    <dgm:cxn modelId="{C8CAF48F-322D-43C3-A68B-40DA904320AC}" type="presOf" srcId="{E5B2E815-0D19-41DC-B01B-4D608769620A}" destId="{196C9F68-3606-4282-A4C6-4485F1280B5F}" srcOrd="0" destOrd="0" presId="urn:microsoft.com/office/officeart/2016/7/layout/RoundedRectangleTimeline#1"/>
    <dgm:cxn modelId="{4EFADCC2-262E-4794-B08E-A7E65C2DFA10}" type="presOf" srcId="{18EB1643-0B04-4997-9587-A421623CF885}" destId="{8361DA66-32BD-4280-A0D4-AE9EBB0ED306}" srcOrd="0" destOrd="0" presId="urn:microsoft.com/office/officeart/2016/7/layout/RoundedRectangleTimeline#1"/>
    <dgm:cxn modelId="{CBA0F5C5-09F8-46F7-A86B-65EC1109DFCE}" type="presOf" srcId="{34DC0DB5-D034-4D2F-AB90-0514515D3425}" destId="{2337A700-AD4B-4E83-B9ED-92C2905ACB5B}" srcOrd="0" destOrd="0" presId="urn:microsoft.com/office/officeart/2016/7/layout/RoundedRectangleTimeline#1"/>
    <dgm:cxn modelId="{2E6438C7-0433-4898-A47F-D486555A7B4D}" srcId="{BA1616FF-810F-45C9-9A2F-AC41CB3CC6BC}" destId="{C64EB300-6341-42C5-8949-F48C0CC03A1C}" srcOrd="0" destOrd="0" parTransId="{6D802FFB-8F38-4B68-8145-E784337B9FEA}" sibTransId="{B5BCE0F1-A7FE-4E8F-8FA7-0861690F5754}"/>
    <dgm:cxn modelId="{770CA1CC-3DDD-451E-AE83-A71CA570260C}" srcId="{E5B2E815-0D19-41DC-B01B-4D608769620A}" destId="{B54C8F6C-BE1E-4EAB-B7A0-48DE01FFAA36}" srcOrd="0" destOrd="0" parTransId="{8DE7CD45-B7C0-432E-B819-6A7D97E31315}" sibTransId="{C33B8BEF-A818-4A2F-A99A-E2B29895E184}"/>
    <dgm:cxn modelId="{A1D2E2D2-DD78-4433-90FD-1B458779EC78}" type="presOf" srcId="{1ACE5A37-C894-4DC0-8316-25AE860E9F15}" destId="{E23796CC-60B3-40A7-86D9-E4AA70B3E291}" srcOrd="0" destOrd="0" presId="urn:microsoft.com/office/officeart/2016/7/layout/RoundedRectangleTimeline#1"/>
    <dgm:cxn modelId="{FFC29EDB-03E9-450B-8A68-01A832997A86}" srcId="{E5B2E815-0D19-41DC-B01B-4D608769620A}" destId="{1ACE5A37-C894-4DC0-8316-25AE860E9F15}" srcOrd="6" destOrd="0" parTransId="{9AF1AA5C-EA32-41F5-B73D-1E2455379BFD}" sibTransId="{A40603F7-7BF9-456C-BB04-2CC7064D5A3B}"/>
    <dgm:cxn modelId="{BB7234DE-BF97-4B03-9C01-44631DF7AC87}" type="presOf" srcId="{63ADF972-DA82-4E02-A863-7396DFBF785D}" destId="{E9BA7B37-270E-45C9-BB6F-3D721B5B0AF4}" srcOrd="0" destOrd="0" presId="urn:microsoft.com/office/officeart/2016/7/layout/RoundedRectangleTimeline#1"/>
    <dgm:cxn modelId="{03AFAFED-B289-4F42-BF57-1883FB186689}" srcId="{E5B2E815-0D19-41DC-B01B-4D608769620A}" destId="{C0A3C468-55EC-4CA1-A7FD-2CEA66E0A5FC}" srcOrd="5" destOrd="0" parTransId="{E25A65CC-6013-46F3-98F7-D6B8503BE8B4}" sibTransId="{17285D09-2448-4170-B038-24C0EDC146BF}"/>
    <dgm:cxn modelId="{58F74EF1-92C1-44EC-A88F-D69F62714D52}" type="presOf" srcId="{43CBB0A2-9D75-4264-8A30-3E8974B40658}" destId="{BE4E2F16-7D44-4693-A0E3-078499CFF161}" srcOrd="0" destOrd="0" presId="urn:microsoft.com/office/officeart/2016/7/layout/RoundedRectangleTimeline#1"/>
    <dgm:cxn modelId="{E82E44F9-C108-40D1-8E6B-5C1C22799504}" type="presOf" srcId="{DF584DE2-46DE-4164-ACCB-B086D11DA1FA}" destId="{F146BD55-E9E8-4449-BD6A-DA7ABF301D62}" srcOrd="0" destOrd="0" presId="urn:microsoft.com/office/officeart/2016/7/layout/RoundedRectangleTimeline#1"/>
    <dgm:cxn modelId="{811287EE-A52C-4257-A04D-D357B0B65BE9}" type="presParOf" srcId="{196C9F68-3606-4282-A4C6-4485F1280B5F}" destId="{66DFA6FA-C109-4260-A38A-1CE59AAB5719}" srcOrd="0" destOrd="0" presId="urn:microsoft.com/office/officeart/2016/7/layout/RoundedRectangleTimeline#1"/>
    <dgm:cxn modelId="{0CA32142-4EE2-40EA-B772-FA28513D6012}" type="presParOf" srcId="{66DFA6FA-C109-4260-A38A-1CE59AAB5719}" destId="{7CD228D2-19B6-475C-AF51-DFB7F44D58BE}" srcOrd="0" destOrd="0" presId="urn:microsoft.com/office/officeart/2016/7/layout/RoundedRectangleTimeline#1"/>
    <dgm:cxn modelId="{F5EC8B86-C129-47E8-B02B-0C7CEC9BF268}" type="presParOf" srcId="{66DFA6FA-C109-4260-A38A-1CE59AAB5719}" destId="{E9BA7B37-270E-45C9-BB6F-3D721B5B0AF4}" srcOrd="1" destOrd="0" presId="urn:microsoft.com/office/officeart/2016/7/layout/RoundedRectangleTimeline#1"/>
    <dgm:cxn modelId="{F4677CBF-0A50-4A67-8748-864D4E6A0965}" type="presParOf" srcId="{66DFA6FA-C109-4260-A38A-1CE59AAB5719}" destId="{422A99CD-EFC1-451E-88B8-5F4A0BDDA41A}" srcOrd="2" destOrd="0" presId="urn:microsoft.com/office/officeart/2016/7/layout/RoundedRectangleTimeline#1"/>
    <dgm:cxn modelId="{0A4283EE-CBD6-497D-8261-9595BE2E4AC2}" type="presParOf" srcId="{66DFA6FA-C109-4260-A38A-1CE59AAB5719}" destId="{B900CE4A-277F-47DC-8CAB-01B7AECA318D}" srcOrd="3" destOrd="0" presId="urn:microsoft.com/office/officeart/2016/7/layout/RoundedRectangleTimeline#1"/>
    <dgm:cxn modelId="{98EFC69E-4DE9-4FC5-9EB5-AF26067AD1A8}" type="presParOf" srcId="{66DFA6FA-C109-4260-A38A-1CE59AAB5719}" destId="{80FCA74B-9F72-403F-97E3-9B6382645968}" srcOrd="4" destOrd="0" presId="urn:microsoft.com/office/officeart/2016/7/layout/RoundedRectangleTimeline#1"/>
    <dgm:cxn modelId="{EA1D63F3-74F9-4520-BA8D-AC74F7647C34}" type="presParOf" srcId="{196C9F68-3606-4282-A4C6-4485F1280B5F}" destId="{3EA456B0-21AF-49CF-A4D1-903FC2773F5E}" srcOrd="1" destOrd="0" presId="urn:microsoft.com/office/officeart/2016/7/layout/RoundedRectangleTimeline#1"/>
    <dgm:cxn modelId="{E404194C-B601-4335-BC6F-102EA594183A}" type="presParOf" srcId="{196C9F68-3606-4282-A4C6-4485F1280B5F}" destId="{63CC0CA5-8AD2-4753-B015-CAAD876A85FE}" srcOrd="2" destOrd="0" presId="urn:microsoft.com/office/officeart/2016/7/layout/RoundedRectangleTimeline#1"/>
    <dgm:cxn modelId="{F98A5DC1-282B-467A-90C2-29E96758B78F}" type="presParOf" srcId="{63CC0CA5-8AD2-4753-B015-CAAD876A85FE}" destId="{8F655873-B807-4B42-A267-23CC93BF6096}" srcOrd="0" destOrd="0" presId="urn:microsoft.com/office/officeart/2016/7/layout/RoundedRectangleTimeline#1"/>
    <dgm:cxn modelId="{54E1A155-9021-4BC5-B63A-8DA43B2DC803}" type="presParOf" srcId="{63CC0CA5-8AD2-4753-B015-CAAD876A85FE}" destId="{8361DA66-32BD-4280-A0D4-AE9EBB0ED306}" srcOrd="1" destOrd="0" presId="urn:microsoft.com/office/officeart/2016/7/layout/RoundedRectangleTimeline#1"/>
    <dgm:cxn modelId="{F70652C1-297B-49B3-9841-523D592577F6}" type="presParOf" srcId="{63CC0CA5-8AD2-4753-B015-CAAD876A85FE}" destId="{04210367-D61D-4703-8BBF-57A9FBDA1D33}" srcOrd="2" destOrd="0" presId="urn:microsoft.com/office/officeart/2016/7/layout/RoundedRectangleTimeline#1"/>
    <dgm:cxn modelId="{7BF0CB59-A235-4C2C-8855-7E6AAB6BBD2D}" type="presParOf" srcId="{63CC0CA5-8AD2-4753-B015-CAAD876A85FE}" destId="{9680C5CD-EB33-41A1-838D-6134F710137B}" srcOrd="3" destOrd="0" presId="urn:microsoft.com/office/officeart/2016/7/layout/RoundedRectangleTimeline#1"/>
    <dgm:cxn modelId="{E314DF10-8FCC-4847-920E-FBE391F5BD7C}" type="presParOf" srcId="{63CC0CA5-8AD2-4753-B015-CAAD876A85FE}" destId="{27FC0B91-63CB-4871-A7D7-790FA4B92DCF}" srcOrd="4" destOrd="0" presId="urn:microsoft.com/office/officeart/2016/7/layout/RoundedRectangleTimeline#1"/>
    <dgm:cxn modelId="{789F2402-3C26-4E8D-A92D-5B63458418A2}" type="presParOf" srcId="{196C9F68-3606-4282-A4C6-4485F1280B5F}" destId="{CB64DB02-7995-431F-8EF3-DAF1143B826E}" srcOrd="3" destOrd="0" presId="urn:microsoft.com/office/officeart/2016/7/layout/RoundedRectangleTimeline#1"/>
    <dgm:cxn modelId="{32DDA813-29CD-4B75-994B-BB737146B417}" type="presParOf" srcId="{196C9F68-3606-4282-A4C6-4485F1280B5F}" destId="{1AC071D1-281E-4227-A868-F27CEFB80CF8}" srcOrd="4" destOrd="0" presId="urn:microsoft.com/office/officeart/2016/7/layout/RoundedRectangleTimeline#1"/>
    <dgm:cxn modelId="{21EEA4DA-D203-465C-A649-18588124E234}" type="presParOf" srcId="{1AC071D1-281E-4227-A868-F27CEFB80CF8}" destId="{BE4E2F16-7D44-4693-A0E3-078499CFF161}" srcOrd="0" destOrd="0" presId="urn:microsoft.com/office/officeart/2016/7/layout/RoundedRectangleTimeline#1"/>
    <dgm:cxn modelId="{9F8521D1-1E89-4EC9-A388-097588DC6AC4}" type="presParOf" srcId="{1AC071D1-281E-4227-A868-F27CEFB80CF8}" destId="{F146BD55-E9E8-4449-BD6A-DA7ABF301D62}" srcOrd="1" destOrd="0" presId="urn:microsoft.com/office/officeart/2016/7/layout/RoundedRectangleTimeline#1"/>
    <dgm:cxn modelId="{9DFF2912-2D4E-4496-AFD7-28DD59C7D8C2}" type="presParOf" srcId="{1AC071D1-281E-4227-A868-F27CEFB80CF8}" destId="{FA1FAFC5-D376-456B-A9DB-D3ADB27E8F57}" srcOrd="2" destOrd="0" presId="urn:microsoft.com/office/officeart/2016/7/layout/RoundedRectangleTimeline#1"/>
    <dgm:cxn modelId="{B8C06608-125B-4630-A95D-381BD5DE9A12}" type="presParOf" srcId="{1AC071D1-281E-4227-A868-F27CEFB80CF8}" destId="{9A12CBE4-121A-4FEF-A821-33C42D6E9CA1}" srcOrd="3" destOrd="0" presId="urn:microsoft.com/office/officeart/2016/7/layout/RoundedRectangleTimeline#1"/>
    <dgm:cxn modelId="{0DA9A272-6B9E-4E73-8A04-DDE550C3C273}" type="presParOf" srcId="{1AC071D1-281E-4227-A868-F27CEFB80CF8}" destId="{39D488DA-B2BF-48D6-AC36-F736DE192606}" srcOrd="4" destOrd="0" presId="urn:microsoft.com/office/officeart/2016/7/layout/RoundedRectangleTimeline#1"/>
    <dgm:cxn modelId="{710894F7-08A8-4FE9-92E7-91D142E6292F}" type="presParOf" srcId="{196C9F68-3606-4282-A4C6-4485F1280B5F}" destId="{9CFFC04A-4F94-498E-A470-6C98368A651A}" srcOrd="5" destOrd="0" presId="urn:microsoft.com/office/officeart/2016/7/layout/RoundedRectangleTimeline#1"/>
    <dgm:cxn modelId="{C3BE0D92-A756-4D32-BCAE-ADEC2F6F9B60}" type="presParOf" srcId="{196C9F68-3606-4282-A4C6-4485F1280B5F}" destId="{80E48280-8E7A-4D22-B406-1FD5035EEE0C}" srcOrd="6" destOrd="0" presId="urn:microsoft.com/office/officeart/2016/7/layout/RoundedRectangleTimeline#1"/>
    <dgm:cxn modelId="{2D08F8C8-BD1A-4B39-A0A4-E652DE248B82}" type="presParOf" srcId="{80E48280-8E7A-4D22-B406-1FD5035EEE0C}" destId="{FABC6C6E-C34B-48FC-ADFC-33C9D37823EE}" srcOrd="0" destOrd="0" presId="urn:microsoft.com/office/officeart/2016/7/layout/RoundedRectangleTimeline#1"/>
    <dgm:cxn modelId="{014F38CE-19F1-4EDF-BFE2-B3902279FA18}" type="presParOf" srcId="{80E48280-8E7A-4D22-B406-1FD5035EEE0C}" destId="{3D7BFBF8-FE56-48C7-93F8-8BC5A643FCB0}" srcOrd="1" destOrd="0" presId="urn:microsoft.com/office/officeart/2016/7/layout/RoundedRectangleTimeline#1"/>
    <dgm:cxn modelId="{D4E921EA-D01A-4DB5-9A92-DF2F1F7FB538}" type="presParOf" srcId="{80E48280-8E7A-4D22-B406-1FD5035EEE0C}" destId="{EC1411F9-125F-40E5-BD4B-43F2C7D4028F}" srcOrd="2" destOrd="0" presId="urn:microsoft.com/office/officeart/2016/7/layout/RoundedRectangleTimeline#1"/>
    <dgm:cxn modelId="{021641DF-96B8-4BE2-9D40-670C5C3C4611}" type="presParOf" srcId="{80E48280-8E7A-4D22-B406-1FD5035EEE0C}" destId="{BE18922C-6F59-433A-A3E3-4DED680C9CFC}" srcOrd="3" destOrd="0" presId="urn:microsoft.com/office/officeart/2016/7/layout/RoundedRectangleTimeline#1"/>
    <dgm:cxn modelId="{999B7B18-CF88-4D56-9B5F-E27F6C57373F}" type="presParOf" srcId="{80E48280-8E7A-4D22-B406-1FD5035EEE0C}" destId="{009F8C79-5847-442D-B498-10BB7E4D0287}" srcOrd="4" destOrd="0" presId="urn:microsoft.com/office/officeart/2016/7/layout/RoundedRectangleTimeline#1"/>
    <dgm:cxn modelId="{E528A273-B812-4A2D-9AE6-85B44FED3AB9}" type="presParOf" srcId="{196C9F68-3606-4282-A4C6-4485F1280B5F}" destId="{87895F41-FD90-4328-9CBC-BB820061647C}" srcOrd="7" destOrd="0" presId="urn:microsoft.com/office/officeart/2016/7/layout/RoundedRectangleTimeline#1"/>
    <dgm:cxn modelId="{78276A08-D43C-4E74-8A07-6850655D89C9}" type="presParOf" srcId="{196C9F68-3606-4282-A4C6-4485F1280B5F}" destId="{BBC7C626-E6EC-4417-9883-F4D51D977D41}" srcOrd="8" destOrd="0" presId="urn:microsoft.com/office/officeart/2016/7/layout/RoundedRectangleTimeline#1"/>
    <dgm:cxn modelId="{11A079BE-06ED-416D-B9AB-A0D26F90BEB0}" type="presParOf" srcId="{BBC7C626-E6EC-4417-9883-F4D51D977D41}" destId="{2337A700-AD4B-4E83-B9ED-92C2905ACB5B}" srcOrd="0" destOrd="0" presId="urn:microsoft.com/office/officeart/2016/7/layout/RoundedRectangleTimeline#1"/>
    <dgm:cxn modelId="{5C4887F1-688A-4861-A1BA-56794923D3E5}" type="presParOf" srcId="{BBC7C626-E6EC-4417-9883-F4D51D977D41}" destId="{00758511-AE1C-4D92-910C-ED9B15521599}" srcOrd="1" destOrd="0" presId="urn:microsoft.com/office/officeart/2016/7/layout/RoundedRectangleTimeline#1"/>
    <dgm:cxn modelId="{C1E36D5B-3D47-42F0-9C90-570339F0B53E}" type="presParOf" srcId="{BBC7C626-E6EC-4417-9883-F4D51D977D41}" destId="{B78252F0-BBD7-4CDF-8152-8BF389B90A12}" srcOrd="2" destOrd="0" presId="urn:microsoft.com/office/officeart/2016/7/layout/RoundedRectangleTimeline#1"/>
    <dgm:cxn modelId="{E0CB7390-545F-4839-A1F8-ADC5AB6CD7B9}" type="presParOf" srcId="{BBC7C626-E6EC-4417-9883-F4D51D977D41}" destId="{A392D0E5-8FA6-4FE5-8BCD-28BEE2F15A63}" srcOrd="3" destOrd="0" presId="urn:microsoft.com/office/officeart/2016/7/layout/RoundedRectangleTimeline#1"/>
    <dgm:cxn modelId="{58586931-154B-41D9-99A9-A4C342E8EF16}" type="presParOf" srcId="{BBC7C626-E6EC-4417-9883-F4D51D977D41}" destId="{8AE23091-2A56-45F3-B718-50905975F9D9}" srcOrd="4" destOrd="0" presId="urn:microsoft.com/office/officeart/2016/7/layout/RoundedRectangleTimeline#1"/>
    <dgm:cxn modelId="{B5749293-7E0A-472B-A6AD-FC4E0BCE9EAA}" type="presParOf" srcId="{196C9F68-3606-4282-A4C6-4485F1280B5F}" destId="{450B5633-C25A-4706-A9B7-1462220848A1}" srcOrd="9" destOrd="0" presId="urn:microsoft.com/office/officeart/2016/7/layout/RoundedRectangleTimeline#1"/>
    <dgm:cxn modelId="{70158985-9339-49F3-8D9B-7BB02213C16D}" type="presParOf" srcId="{196C9F68-3606-4282-A4C6-4485F1280B5F}" destId="{C7D04861-121D-4D34-AFF8-6F79E553DFD0}" srcOrd="10" destOrd="0" presId="urn:microsoft.com/office/officeart/2016/7/layout/RoundedRectangleTimeline#1"/>
    <dgm:cxn modelId="{5B0C414E-8F73-472C-8AF3-33A1C8D91E48}" type="presParOf" srcId="{C7D04861-121D-4D34-AFF8-6F79E553DFD0}" destId="{C9ADF65A-B42D-497A-A36E-94442E9012AB}" srcOrd="0" destOrd="0" presId="urn:microsoft.com/office/officeart/2016/7/layout/RoundedRectangleTimeline#1"/>
    <dgm:cxn modelId="{4AED1EE0-1BEC-4A13-BC2F-AC72666360CD}" type="presParOf" srcId="{C7D04861-121D-4D34-AFF8-6F79E553DFD0}" destId="{C2C67EDB-5EF7-406F-A133-246B84E42FCF}" srcOrd="1" destOrd="0" presId="urn:microsoft.com/office/officeart/2016/7/layout/RoundedRectangleTimeline#1"/>
    <dgm:cxn modelId="{1A3A221C-56AB-458D-8E3D-257FE8C721B6}" type="presParOf" srcId="{C7D04861-121D-4D34-AFF8-6F79E553DFD0}" destId="{77026A00-9EB5-4348-B79E-28E4DE9E5B35}" srcOrd="2" destOrd="0" presId="urn:microsoft.com/office/officeart/2016/7/layout/RoundedRectangleTimeline#1"/>
    <dgm:cxn modelId="{4ADD864B-EBC4-463C-8E6D-977DB8360F44}" type="presParOf" srcId="{C7D04861-121D-4D34-AFF8-6F79E553DFD0}" destId="{94A0D92D-7052-4C3F-9503-6F258F3844FF}" srcOrd="3" destOrd="0" presId="urn:microsoft.com/office/officeart/2016/7/layout/RoundedRectangleTimeline#1"/>
    <dgm:cxn modelId="{F5285B5A-D977-4404-A146-97EF008139A6}" type="presParOf" srcId="{C7D04861-121D-4D34-AFF8-6F79E553DFD0}" destId="{C1806DB5-B059-408A-BAAC-923945DEF33A}" srcOrd="4" destOrd="0" presId="urn:microsoft.com/office/officeart/2016/7/layout/RoundedRectangleTimeline#1"/>
    <dgm:cxn modelId="{C299F60B-53E4-45CC-B9BF-5E76263BBEF4}" type="presParOf" srcId="{196C9F68-3606-4282-A4C6-4485F1280B5F}" destId="{FD78F18D-CB5D-417B-B4C0-C130F3C17B12}" srcOrd="11" destOrd="0" presId="urn:microsoft.com/office/officeart/2016/7/layout/RoundedRectangleTimeline#1"/>
    <dgm:cxn modelId="{42B78BE3-ACDD-488F-8994-4D567D91A935}" type="presParOf" srcId="{196C9F68-3606-4282-A4C6-4485F1280B5F}" destId="{26FC35B0-01A5-4468-834E-CBED4F4E782F}" srcOrd="12" destOrd="0" presId="urn:microsoft.com/office/officeart/2016/7/layout/RoundedRectangleTimeline#1"/>
    <dgm:cxn modelId="{B1994423-A4B9-4D1B-8D25-70BD3D3D198E}" type="presParOf" srcId="{26FC35B0-01A5-4468-834E-CBED4F4E782F}" destId="{E23796CC-60B3-40A7-86D9-E4AA70B3E291}" srcOrd="0" destOrd="0" presId="urn:microsoft.com/office/officeart/2016/7/layout/RoundedRectangleTimeline#1"/>
    <dgm:cxn modelId="{6F983A84-C892-40B0-8C40-C6D72784DCF7}" type="presParOf" srcId="{26FC35B0-01A5-4468-834E-CBED4F4E782F}" destId="{57841E0B-D60A-4A96-8BC2-4EC554FAB321}" srcOrd="1" destOrd="0" presId="urn:microsoft.com/office/officeart/2016/7/layout/RoundedRectangleTimeline#1"/>
    <dgm:cxn modelId="{755B8912-24B4-4582-B3C0-2A2435E6EBFA}" type="presParOf" srcId="{26FC35B0-01A5-4468-834E-CBED4F4E782F}" destId="{251391CF-73E7-472F-9B7D-EC40DB8E33CA}" srcOrd="2" destOrd="0" presId="urn:microsoft.com/office/officeart/2016/7/layout/RoundedRectangleTimeline#1"/>
    <dgm:cxn modelId="{134A5A18-F5B9-4EF6-9143-0B7A4456B799}" type="presParOf" srcId="{26FC35B0-01A5-4468-834E-CBED4F4E782F}" destId="{4785A949-B474-487C-954A-350FEF68EC03}" srcOrd="3" destOrd="0" presId="urn:microsoft.com/office/officeart/2016/7/layout/RoundedRectangleTimeline#1"/>
    <dgm:cxn modelId="{F5D700F2-9A74-4BCB-8CD7-9C89BCB17012}" type="presParOf" srcId="{26FC35B0-01A5-4468-834E-CBED4F4E782F}" destId="{058DB278-40F5-4B74-9E6F-A286B50F88D7}" srcOrd="4" destOrd="0" presId="urn:microsoft.com/office/officeart/2016/7/layout/RoundedRectangleTimelin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D228D2-19B6-475C-AF51-DFB7F44D58BE}">
      <dsp:nvSpPr>
        <dsp:cNvPr id="0" name=""/>
        <dsp:cNvSpPr/>
      </dsp:nvSpPr>
      <dsp:spPr>
        <a:xfrm rot="16200000">
          <a:off x="928338" y="1481242"/>
          <a:ext cx="433341" cy="1370930"/>
        </a:xfrm>
        <a:prstGeom prst="round2Same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rtlCol="0" anchor="ctr" anchorCtr="1">
          <a:noAutofit/>
        </a:bodyPr>
        <a:lstStyle/>
        <a:p>
          <a:pPr marL="0" lvl="0" indent="0" algn="ctr" defTabSz="577850">
            <a:lnSpc>
              <a:spcPct val="90000"/>
            </a:lnSpc>
            <a:spcBef>
              <a:spcPct val="0"/>
            </a:spcBef>
            <a:spcAft>
              <a:spcPct val="35000"/>
            </a:spcAft>
            <a:buNone/>
          </a:pPr>
          <a:r>
            <a:rPr lang="de-DE" sz="1300" b="0" i="0" u="none" kern="1200" noProof="0">
              <a:latin typeface="Avenir Next LT Pro"/>
            </a:rPr>
            <a:t>23.03.2026</a:t>
          </a:r>
          <a:endParaRPr lang="de-DE" sz="1300" kern="1200"/>
        </a:p>
      </dsp:txBody>
      <dsp:txXfrm rot="5400000">
        <a:off x="480698" y="1971190"/>
        <a:ext cx="1349776" cy="391033"/>
      </dsp:txXfrm>
    </dsp:sp>
    <dsp:sp modelId="{E9BA7B37-270E-45C9-BB6F-3D721B5B0AF4}">
      <dsp:nvSpPr>
        <dsp:cNvPr id="0" name=""/>
        <dsp:cNvSpPr/>
      </dsp:nvSpPr>
      <dsp:spPr>
        <a:xfrm>
          <a:off x="2567" y="0"/>
          <a:ext cx="2284883" cy="15166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99060" numCol="1" spcCol="1270" anchor="b" anchorCtr="1">
          <a:noAutofit/>
        </a:bodyPr>
        <a:lstStyle/>
        <a:p>
          <a:pPr marL="0" lvl="0" indent="0" algn="ctr" defTabSz="577850" rtl="0">
            <a:lnSpc>
              <a:spcPct val="90000"/>
            </a:lnSpc>
            <a:spcBef>
              <a:spcPct val="0"/>
            </a:spcBef>
            <a:spcAft>
              <a:spcPct val="35000"/>
            </a:spcAft>
            <a:buNone/>
          </a:pPr>
          <a:r>
            <a:rPr lang="de-DE" sz="1300" kern="1200" noProof="0">
              <a:latin typeface="Calibri"/>
              <a:ea typeface="Calibri"/>
              <a:cs typeface="Calibri"/>
            </a:rPr>
            <a:t>Notwendige Koordinatensysteme festlegen</a:t>
          </a:r>
          <a:endParaRPr lang="de-DE" sz="1300" kern="1200" noProof="0">
            <a:latin typeface="Avenir Next LT Pro"/>
          </a:endParaRPr>
        </a:p>
      </dsp:txBody>
      <dsp:txXfrm>
        <a:off x="2567" y="0"/>
        <a:ext cx="2284883" cy="1516695"/>
      </dsp:txXfrm>
    </dsp:sp>
    <dsp:sp modelId="{422A99CD-EFC1-451E-88B8-5F4A0BDDA41A}">
      <dsp:nvSpPr>
        <dsp:cNvPr id="0" name=""/>
        <dsp:cNvSpPr/>
      </dsp:nvSpPr>
      <dsp:spPr>
        <a:xfrm>
          <a:off x="1145009" y="1603363"/>
          <a:ext cx="0" cy="346673"/>
        </a:xfrm>
        <a:prstGeom prst="line">
          <a:avLst/>
        </a:prstGeom>
        <a:noFill/>
        <a:ln w="6350" cap="flat" cmpd="sng" algn="ctr">
          <a:solidFill>
            <a:schemeClr val="accent3">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B900CE4A-277F-47DC-8CAB-01B7AECA318D}">
      <dsp:nvSpPr>
        <dsp:cNvPr id="0" name=""/>
        <dsp:cNvSpPr/>
      </dsp:nvSpPr>
      <dsp:spPr>
        <a:xfrm>
          <a:off x="1101675" y="1516695"/>
          <a:ext cx="86668" cy="86668"/>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F655873-B807-4B42-A267-23CC93BF6096}">
      <dsp:nvSpPr>
        <dsp:cNvPr id="0" name=""/>
        <dsp:cNvSpPr/>
      </dsp:nvSpPr>
      <dsp:spPr>
        <a:xfrm>
          <a:off x="1830474" y="1950036"/>
          <a:ext cx="1370930" cy="433341"/>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rtlCol="0" anchor="ctr" anchorCtr="1">
          <a:noAutofit/>
        </a:bodyPr>
        <a:lstStyle/>
        <a:p>
          <a:pPr marL="0" lvl="0" indent="0" algn="ctr" defTabSz="577850" rtl="0">
            <a:lnSpc>
              <a:spcPct val="90000"/>
            </a:lnSpc>
            <a:spcBef>
              <a:spcPct val="0"/>
            </a:spcBef>
            <a:spcAft>
              <a:spcPct val="35000"/>
            </a:spcAft>
            <a:buNone/>
          </a:pPr>
          <a:r>
            <a:rPr lang="de-DE" sz="1300" kern="1200" noProof="0">
              <a:latin typeface="Calibri"/>
              <a:ea typeface="Calibri"/>
              <a:cs typeface="Calibri"/>
            </a:rPr>
            <a:t>30.03.2026</a:t>
          </a:r>
        </a:p>
      </dsp:txBody>
      <dsp:txXfrm>
        <a:off x="1830474" y="1950036"/>
        <a:ext cx="1370930" cy="433341"/>
      </dsp:txXfrm>
    </dsp:sp>
    <dsp:sp modelId="{8361DA66-32BD-4280-A0D4-AE9EBB0ED306}">
      <dsp:nvSpPr>
        <dsp:cNvPr id="0" name=""/>
        <dsp:cNvSpPr/>
      </dsp:nvSpPr>
      <dsp:spPr>
        <a:xfrm>
          <a:off x="1373497" y="2816719"/>
          <a:ext cx="2284883" cy="15166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9060" rIns="0" bIns="0" numCol="1" spcCol="1270" anchor="t" anchorCtr="1">
          <a:noAutofit/>
        </a:bodyPr>
        <a:lstStyle/>
        <a:p>
          <a:pPr marL="0" lvl="0" indent="0" algn="ctr" defTabSz="577850" rtl="0">
            <a:lnSpc>
              <a:spcPct val="90000"/>
            </a:lnSpc>
            <a:spcBef>
              <a:spcPct val="0"/>
            </a:spcBef>
            <a:spcAft>
              <a:spcPct val="35000"/>
            </a:spcAft>
            <a:buNone/>
          </a:pPr>
          <a:r>
            <a:rPr lang="de-DE" sz="1300" kern="1200" noProof="0">
              <a:latin typeface="Calibri"/>
              <a:ea typeface="Calibri"/>
              <a:cs typeface="Calibri"/>
            </a:rPr>
            <a:t>Kick-Off Präsentation gehalten und alle</a:t>
          </a:r>
          <a:r>
            <a:rPr lang="de-DE" sz="1300" kern="1200" noProof="0" dirty="0">
              <a:latin typeface="Calibri"/>
              <a:ea typeface="Calibri"/>
              <a:cs typeface="Calibri"/>
            </a:rPr>
            <a:t> planungstechnisch relevanten Informationen gesammelt</a:t>
          </a:r>
        </a:p>
      </dsp:txBody>
      <dsp:txXfrm>
        <a:off x="1373497" y="2816719"/>
        <a:ext cx="2284883" cy="1516695"/>
      </dsp:txXfrm>
    </dsp:sp>
    <dsp:sp modelId="{04210367-D61D-4703-8BBF-57A9FBDA1D33}">
      <dsp:nvSpPr>
        <dsp:cNvPr id="0" name=""/>
        <dsp:cNvSpPr/>
      </dsp:nvSpPr>
      <dsp:spPr>
        <a:xfrm>
          <a:off x="2515939" y="2383378"/>
          <a:ext cx="0" cy="346673"/>
        </a:xfrm>
        <a:prstGeom prst="line">
          <a:avLst/>
        </a:prstGeom>
        <a:noFill/>
        <a:ln w="6350" cap="flat" cmpd="sng" algn="ctr">
          <a:solidFill>
            <a:schemeClr val="accent6">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9680C5CD-EB33-41A1-838D-6134F710137B}">
      <dsp:nvSpPr>
        <dsp:cNvPr id="0" name=""/>
        <dsp:cNvSpPr/>
      </dsp:nvSpPr>
      <dsp:spPr>
        <a:xfrm>
          <a:off x="2472605" y="2730051"/>
          <a:ext cx="86668" cy="86668"/>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4E2F16-7D44-4693-A0E3-078499CFF161}">
      <dsp:nvSpPr>
        <dsp:cNvPr id="0" name=""/>
        <dsp:cNvSpPr/>
      </dsp:nvSpPr>
      <dsp:spPr>
        <a:xfrm>
          <a:off x="3201404" y="1950036"/>
          <a:ext cx="1370930" cy="433341"/>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rtlCol="0" anchor="ctr" anchorCtr="1">
          <a:noAutofit/>
        </a:bodyPr>
        <a:lstStyle/>
        <a:p>
          <a:pPr marL="0" lvl="0" indent="0" algn="ctr" defTabSz="577850" rtl="0">
            <a:lnSpc>
              <a:spcPct val="90000"/>
            </a:lnSpc>
            <a:spcBef>
              <a:spcPct val="0"/>
            </a:spcBef>
            <a:spcAft>
              <a:spcPct val="35000"/>
            </a:spcAft>
            <a:buNone/>
          </a:pPr>
          <a:r>
            <a:rPr lang="de-DE" sz="1300" b="0" i="0" u="none" kern="1200" noProof="0">
              <a:latin typeface="Calibri"/>
              <a:ea typeface="Calibri"/>
              <a:cs typeface="Calibri"/>
            </a:rPr>
            <a:t>06.04.2026</a:t>
          </a:r>
          <a:endParaRPr lang="de-DE" sz="1300" kern="1200" noProof="0">
            <a:latin typeface="Calibri"/>
            <a:ea typeface="Calibri"/>
            <a:cs typeface="Calibri"/>
          </a:endParaRPr>
        </a:p>
      </dsp:txBody>
      <dsp:txXfrm>
        <a:off x="3201404" y="1950036"/>
        <a:ext cx="1370930" cy="433341"/>
      </dsp:txXfrm>
    </dsp:sp>
    <dsp:sp modelId="{F146BD55-E9E8-4449-BD6A-DA7ABF301D62}">
      <dsp:nvSpPr>
        <dsp:cNvPr id="0" name=""/>
        <dsp:cNvSpPr/>
      </dsp:nvSpPr>
      <dsp:spPr>
        <a:xfrm>
          <a:off x="2744427" y="0"/>
          <a:ext cx="2284883" cy="15166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99060" numCol="1" spcCol="1270" anchor="b" anchorCtr="1">
          <a:noAutofit/>
        </a:bodyPr>
        <a:lstStyle/>
        <a:p>
          <a:pPr marL="0" lvl="0" indent="0" algn="ctr" defTabSz="577850" rtl="0">
            <a:lnSpc>
              <a:spcPct val="90000"/>
            </a:lnSpc>
            <a:spcBef>
              <a:spcPct val="0"/>
            </a:spcBef>
            <a:spcAft>
              <a:spcPct val="35000"/>
            </a:spcAft>
            <a:buNone/>
          </a:pPr>
          <a:r>
            <a:rPr lang="de-DE" sz="1300" kern="1200" noProof="0" dirty="0" err="1">
              <a:latin typeface="Calibri"/>
              <a:ea typeface="Calibri"/>
              <a:cs typeface="Calibri"/>
            </a:rPr>
            <a:t>Codebase</a:t>
          </a:r>
          <a:r>
            <a:rPr lang="de-DE" sz="1300" kern="1200" noProof="0" dirty="0">
              <a:latin typeface="Calibri"/>
              <a:ea typeface="Calibri"/>
              <a:cs typeface="Calibri"/>
            </a:rPr>
            <a:t> für ROS-Knoten und Kamera-Modul erstellen </a:t>
          </a:r>
        </a:p>
      </dsp:txBody>
      <dsp:txXfrm>
        <a:off x="2744427" y="0"/>
        <a:ext cx="2284883" cy="1516695"/>
      </dsp:txXfrm>
    </dsp:sp>
    <dsp:sp modelId="{FA1FAFC5-D376-456B-A9DB-D3ADB27E8F57}">
      <dsp:nvSpPr>
        <dsp:cNvPr id="0" name=""/>
        <dsp:cNvSpPr/>
      </dsp:nvSpPr>
      <dsp:spPr>
        <a:xfrm>
          <a:off x="3886869" y="1603363"/>
          <a:ext cx="0" cy="346673"/>
        </a:xfrm>
        <a:prstGeom prst="line">
          <a:avLst/>
        </a:prstGeom>
        <a:noFill/>
        <a:ln w="6350" cap="flat" cmpd="sng" algn="ctr">
          <a:solidFill>
            <a:schemeClr val="accent3">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9A12CBE4-121A-4FEF-A821-33C42D6E9CA1}">
      <dsp:nvSpPr>
        <dsp:cNvPr id="0" name=""/>
        <dsp:cNvSpPr/>
      </dsp:nvSpPr>
      <dsp:spPr>
        <a:xfrm>
          <a:off x="3843535" y="1516695"/>
          <a:ext cx="86668" cy="86668"/>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ABC6C6E-C34B-48FC-ADFC-33C9D37823EE}">
      <dsp:nvSpPr>
        <dsp:cNvPr id="0" name=""/>
        <dsp:cNvSpPr/>
      </dsp:nvSpPr>
      <dsp:spPr>
        <a:xfrm>
          <a:off x="4572334" y="1950036"/>
          <a:ext cx="1370930" cy="433341"/>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rtlCol="0" anchor="ctr" anchorCtr="1">
          <a:noAutofit/>
        </a:bodyPr>
        <a:lstStyle/>
        <a:p>
          <a:pPr marL="0" lvl="0" indent="0" algn="ctr" defTabSz="577850" rtl="0">
            <a:lnSpc>
              <a:spcPct val="90000"/>
            </a:lnSpc>
            <a:spcBef>
              <a:spcPct val="0"/>
            </a:spcBef>
            <a:spcAft>
              <a:spcPct val="35000"/>
            </a:spcAft>
            <a:buNone/>
          </a:pPr>
          <a:r>
            <a:rPr lang="de-DE" sz="1300" b="0" i="0" u="none" kern="1200" noProof="0">
              <a:latin typeface="Calibri"/>
              <a:ea typeface="Calibri"/>
              <a:cs typeface="Calibri"/>
            </a:rPr>
            <a:t>18.05.2026</a:t>
          </a:r>
          <a:endParaRPr lang="de-DE" sz="1300" kern="1200" noProof="0">
            <a:latin typeface="Calibri"/>
            <a:ea typeface="Calibri"/>
            <a:cs typeface="Calibri"/>
          </a:endParaRPr>
        </a:p>
      </dsp:txBody>
      <dsp:txXfrm>
        <a:off x="4572334" y="1950036"/>
        <a:ext cx="1370930" cy="433341"/>
      </dsp:txXfrm>
    </dsp:sp>
    <dsp:sp modelId="{3D7BFBF8-FE56-48C7-93F8-8BC5A643FCB0}">
      <dsp:nvSpPr>
        <dsp:cNvPr id="0" name=""/>
        <dsp:cNvSpPr/>
      </dsp:nvSpPr>
      <dsp:spPr>
        <a:xfrm>
          <a:off x="4115358" y="2816719"/>
          <a:ext cx="2284883" cy="15166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9060" rIns="0" bIns="0" numCol="1" spcCol="1270" anchor="t" anchorCtr="1">
          <a:noAutofit/>
        </a:bodyPr>
        <a:lstStyle/>
        <a:p>
          <a:pPr marL="0" lvl="0" indent="0" algn="ctr" defTabSz="577850" rtl="0">
            <a:lnSpc>
              <a:spcPct val="90000"/>
            </a:lnSpc>
            <a:spcBef>
              <a:spcPct val="0"/>
            </a:spcBef>
            <a:spcAft>
              <a:spcPct val="35000"/>
            </a:spcAft>
            <a:buNone/>
          </a:pPr>
          <a:r>
            <a:rPr lang="de-DE" sz="1300" kern="1200" noProof="0" dirty="0">
              <a:latin typeface="Calibri"/>
              <a:ea typeface="Calibri"/>
              <a:cs typeface="Calibri"/>
            </a:rPr>
            <a:t>Regelung auf einen Punkt im </a:t>
          </a:r>
          <a:r>
            <a:rPr lang="de-DE" sz="1300" kern="1200" noProof="0" dirty="0" err="1">
              <a:latin typeface="Calibri"/>
              <a:ea typeface="Calibri"/>
              <a:cs typeface="Calibri"/>
            </a:rPr>
            <a:t>defi</a:t>
          </a:r>
          <a:r>
            <a:rPr lang="de-DE" sz="1300" kern="1200" noProof="0" dirty="0">
              <a:latin typeface="Calibri"/>
              <a:ea typeface="Calibri"/>
              <a:cs typeface="Calibri"/>
            </a:rPr>
            <a:t>. Weltkoordinatensystem inkl. Test</a:t>
          </a:r>
        </a:p>
      </dsp:txBody>
      <dsp:txXfrm>
        <a:off x="4115358" y="2816719"/>
        <a:ext cx="2284883" cy="1516695"/>
      </dsp:txXfrm>
    </dsp:sp>
    <dsp:sp modelId="{EC1411F9-125F-40E5-BD4B-43F2C7D4028F}">
      <dsp:nvSpPr>
        <dsp:cNvPr id="0" name=""/>
        <dsp:cNvSpPr/>
      </dsp:nvSpPr>
      <dsp:spPr>
        <a:xfrm>
          <a:off x="5257800" y="2383378"/>
          <a:ext cx="0" cy="346673"/>
        </a:xfrm>
        <a:prstGeom prst="line">
          <a:avLst/>
        </a:prstGeom>
        <a:noFill/>
        <a:ln w="6350" cap="flat" cmpd="sng" algn="ctr">
          <a:solidFill>
            <a:schemeClr val="accent5">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BE18922C-6F59-433A-A3E3-4DED680C9CFC}">
      <dsp:nvSpPr>
        <dsp:cNvPr id="0" name=""/>
        <dsp:cNvSpPr/>
      </dsp:nvSpPr>
      <dsp:spPr>
        <a:xfrm>
          <a:off x="5214465" y="2730051"/>
          <a:ext cx="86668" cy="86668"/>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337A700-AD4B-4E83-B9ED-92C2905ACB5B}">
      <dsp:nvSpPr>
        <dsp:cNvPr id="0" name=""/>
        <dsp:cNvSpPr/>
      </dsp:nvSpPr>
      <dsp:spPr>
        <a:xfrm>
          <a:off x="5943265" y="1950036"/>
          <a:ext cx="1370930" cy="433341"/>
        </a:xfrm>
        <a:prstGeom prst="rect">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1">
          <a:noAutofit/>
        </a:bodyPr>
        <a:lstStyle/>
        <a:p>
          <a:pPr marL="0" lvl="0" indent="0" algn="ctr" defTabSz="577850">
            <a:lnSpc>
              <a:spcPct val="90000"/>
            </a:lnSpc>
            <a:spcBef>
              <a:spcPct val="0"/>
            </a:spcBef>
            <a:spcAft>
              <a:spcPct val="35000"/>
            </a:spcAft>
            <a:buNone/>
          </a:pPr>
          <a:r>
            <a:rPr lang="de-DE" sz="1300" kern="1200" noProof="0">
              <a:latin typeface="Calibri"/>
              <a:ea typeface="Calibri"/>
              <a:cs typeface="Calibri"/>
            </a:rPr>
            <a:t>22.06.2026</a:t>
          </a:r>
          <a:endParaRPr lang="en-US" sz="1300" kern="1200"/>
        </a:p>
      </dsp:txBody>
      <dsp:txXfrm>
        <a:off x="5943265" y="1950036"/>
        <a:ext cx="1370930" cy="433341"/>
      </dsp:txXfrm>
    </dsp:sp>
    <dsp:sp modelId="{00758511-AE1C-4D92-910C-ED9B15521599}">
      <dsp:nvSpPr>
        <dsp:cNvPr id="0" name=""/>
        <dsp:cNvSpPr/>
      </dsp:nvSpPr>
      <dsp:spPr>
        <a:xfrm>
          <a:off x="5486288" y="0"/>
          <a:ext cx="2284883" cy="15166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99060" numCol="1" spcCol="1270" anchor="b" anchorCtr="1">
          <a:noAutofit/>
        </a:bodyPr>
        <a:lstStyle/>
        <a:p>
          <a:pPr marL="0" lvl="0" indent="0" algn="ctr" defTabSz="577850" rtl="0">
            <a:lnSpc>
              <a:spcPct val="90000"/>
            </a:lnSpc>
            <a:spcBef>
              <a:spcPct val="0"/>
            </a:spcBef>
            <a:spcAft>
              <a:spcPct val="35000"/>
            </a:spcAft>
            <a:buNone/>
          </a:pPr>
          <a:r>
            <a:rPr lang="de-DE" sz="1300" kern="1200" dirty="0">
              <a:latin typeface="Calibri"/>
              <a:ea typeface="Calibri"/>
              <a:cs typeface="Calibri"/>
            </a:rPr>
            <a:t>Kameramodul </a:t>
          </a:r>
          <a:r>
            <a:rPr lang="de-DE" sz="1300" kern="1200" dirty="0" err="1">
              <a:latin typeface="Calibri"/>
              <a:ea typeface="Calibri"/>
              <a:cs typeface="Calibri"/>
            </a:rPr>
            <a:t>Logic</a:t>
          </a:r>
          <a:r>
            <a:rPr lang="de-DE" sz="1300" kern="1200" dirty="0">
              <a:latin typeface="Calibri"/>
              <a:ea typeface="Calibri"/>
              <a:cs typeface="Calibri"/>
            </a:rPr>
            <a:t> mit Ausgabe der prädizierten Position im </a:t>
          </a:r>
          <a:r>
            <a:rPr lang="de-DE" sz="1300" kern="1200" dirty="0" err="1">
              <a:latin typeface="Calibri"/>
              <a:ea typeface="Calibri"/>
              <a:cs typeface="Calibri"/>
            </a:rPr>
            <a:t>defi</a:t>
          </a:r>
          <a:r>
            <a:rPr lang="de-DE" sz="1300" kern="1200" dirty="0">
              <a:latin typeface="Calibri"/>
              <a:ea typeface="Calibri"/>
              <a:cs typeface="Calibri"/>
            </a:rPr>
            <a:t>. Weltkoordinatensystem inkl. Test</a:t>
          </a:r>
        </a:p>
      </dsp:txBody>
      <dsp:txXfrm>
        <a:off x="5486288" y="0"/>
        <a:ext cx="2284883" cy="1516695"/>
      </dsp:txXfrm>
    </dsp:sp>
    <dsp:sp modelId="{B78252F0-BBD7-4CDF-8152-8BF389B90A12}">
      <dsp:nvSpPr>
        <dsp:cNvPr id="0" name=""/>
        <dsp:cNvSpPr/>
      </dsp:nvSpPr>
      <dsp:spPr>
        <a:xfrm>
          <a:off x="6628730" y="1603363"/>
          <a:ext cx="0" cy="346673"/>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A392D0E5-8FA6-4FE5-8BCD-28BEE2F15A63}">
      <dsp:nvSpPr>
        <dsp:cNvPr id="0" name=""/>
        <dsp:cNvSpPr/>
      </dsp:nvSpPr>
      <dsp:spPr>
        <a:xfrm>
          <a:off x="6585396" y="1516695"/>
          <a:ext cx="86668" cy="86668"/>
        </a:xfrm>
        <a:prstGeom prst="ellipse">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ADF65A-B42D-497A-A36E-94442E9012AB}">
      <dsp:nvSpPr>
        <dsp:cNvPr id="0" name=""/>
        <dsp:cNvSpPr/>
      </dsp:nvSpPr>
      <dsp:spPr>
        <a:xfrm>
          <a:off x="7314195" y="1950036"/>
          <a:ext cx="1370930" cy="433341"/>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1">
          <a:noAutofit/>
        </a:bodyPr>
        <a:lstStyle/>
        <a:p>
          <a:pPr marL="0" lvl="0" indent="0" algn="ctr" defTabSz="577850" rtl="0">
            <a:lnSpc>
              <a:spcPct val="90000"/>
            </a:lnSpc>
            <a:spcBef>
              <a:spcPct val="0"/>
            </a:spcBef>
            <a:spcAft>
              <a:spcPct val="35000"/>
            </a:spcAft>
            <a:buNone/>
          </a:pPr>
          <a:r>
            <a:rPr lang="de-DE" sz="1300" kern="1200">
              <a:latin typeface="Avenir Next LT Pro"/>
              <a:ea typeface="Calibri"/>
              <a:cs typeface="Calibri"/>
            </a:rPr>
            <a:t>10.07.2026</a:t>
          </a:r>
        </a:p>
      </dsp:txBody>
      <dsp:txXfrm>
        <a:off x="7314195" y="1950036"/>
        <a:ext cx="1370930" cy="433341"/>
      </dsp:txXfrm>
    </dsp:sp>
    <dsp:sp modelId="{C2C67EDB-5EF7-406F-A133-246B84E42FCF}">
      <dsp:nvSpPr>
        <dsp:cNvPr id="0" name=""/>
        <dsp:cNvSpPr/>
      </dsp:nvSpPr>
      <dsp:spPr>
        <a:xfrm>
          <a:off x="6857218" y="2816719"/>
          <a:ext cx="2284883" cy="15166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9060" rIns="0" bIns="0" numCol="1" spcCol="1270" anchor="t" anchorCtr="1">
          <a:noAutofit/>
        </a:bodyPr>
        <a:lstStyle/>
        <a:p>
          <a:pPr marL="0" lvl="0" indent="0" algn="ctr" defTabSz="577850" rtl="0">
            <a:lnSpc>
              <a:spcPct val="90000"/>
            </a:lnSpc>
            <a:spcBef>
              <a:spcPct val="0"/>
            </a:spcBef>
            <a:spcAft>
              <a:spcPct val="35000"/>
            </a:spcAft>
            <a:buNone/>
          </a:pPr>
          <a:r>
            <a:rPr lang="de-DE" sz="1300" kern="1200" dirty="0" err="1">
              <a:latin typeface="Calibri"/>
              <a:ea typeface="Calibri"/>
              <a:cs typeface="Calibri"/>
            </a:rPr>
            <a:t>Testing</a:t>
          </a:r>
          <a:r>
            <a:rPr lang="de-DE" sz="1300" kern="1200" dirty="0">
              <a:latin typeface="Calibri"/>
              <a:ea typeface="Calibri"/>
              <a:cs typeface="Calibri"/>
            </a:rPr>
            <a:t> und Debugging des Gesamtsystem erfolgreich beendet</a:t>
          </a:r>
          <a:endParaRPr lang="de-DE" sz="1300" kern="1200" dirty="0">
            <a:latin typeface="Avenir Next LT Pro"/>
            <a:ea typeface="Calibri"/>
            <a:cs typeface="Calibri"/>
          </a:endParaRPr>
        </a:p>
      </dsp:txBody>
      <dsp:txXfrm>
        <a:off x="6857218" y="2816719"/>
        <a:ext cx="2284883" cy="1516695"/>
      </dsp:txXfrm>
    </dsp:sp>
    <dsp:sp modelId="{77026A00-9EB5-4348-B79E-28E4DE9E5B35}">
      <dsp:nvSpPr>
        <dsp:cNvPr id="0" name=""/>
        <dsp:cNvSpPr/>
      </dsp:nvSpPr>
      <dsp:spPr>
        <a:xfrm>
          <a:off x="7999660" y="2383378"/>
          <a:ext cx="0" cy="346673"/>
        </a:xfrm>
        <a:prstGeom prst="line">
          <a:avLst/>
        </a:prstGeom>
        <a:noFill/>
        <a:ln w="6350" cap="flat" cmpd="sng" algn="ctr">
          <a:solidFill>
            <a:schemeClr val="accent4">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94A0D92D-7052-4C3F-9503-6F258F3844FF}">
      <dsp:nvSpPr>
        <dsp:cNvPr id="0" name=""/>
        <dsp:cNvSpPr/>
      </dsp:nvSpPr>
      <dsp:spPr>
        <a:xfrm>
          <a:off x="7956326" y="2730051"/>
          <a:ext cx="86668" cy="86668"/>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23796CC-60B3-40A7-86D9-E4AA70B3E291}">
      <dsp:nvSpPr>
        <dsp:cNvPr id="0" name=""/>
        <dsp:cNvSpPr/>
      </dsp:nvSpPr>
      <dsp:spPr>
        <a:xfrm rot="5400000">
          <a:off x="9153920" y="1481242"/>
          <a:ext cx="433341" cy="1370930"/>
        </a:xfrm>
        <a:prstGeom prst="round2Same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1">
          <a:noAutofit/>
        </a:bodyPr>
        <a:lstStyle/>
        <a:p>
          <a:pPr marL="0" lvl="0" indent="0" algn="ctr" defTabSz="577850" rtl="0">
            <a:lnSpc>
              <a:spcPct val="90000"/>
            </a:lnSpc>
            <a:spcBef>
              <a:spcPct val="0"/>
            </a:spcBef>
            <a:spcAft>
              <a:spcPct val="35000"/>
            </a:spcAft>
            <a:buNone/>
          </a:pPr>
          <a:r>
            <a:rPr lang="de-DE" sz="1300" kern="1200">
              <a:latin typeface="Avenir Next LT Pro"/>
              <a:ea typeface="Calibri"/>
              <a:cs typeface="Calibri"/>
            </a:rPr>
            <a:t>24.07.2026</a:t>
          </a:r>
        </a:p>
      </dsp:txBody>
      <dsp:txXfrm rot="-5400000">
        <a:off x="8685126" y="1971190"/>
        <a:ext cx="1349776" cy="391033"/>
      </dsp:txXfrm>
    </dsp:sp>
    <dsp:sp modelId="{57841E0B-D60A-4A96-8BC2-4EC554FAB321}">
      <dsp:nvSpPr>
        <dsp:cNvPr id="0" name=""/>
        <dsp:cNvSpPr/>
      </dsp:nvSpPr>
      <dsp:spPr>
        <a:xfrm>
          <a:off x="8228148" y="0"/>
          <a:ext cx="2284883" cy="15166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99060" numCol="1" spcCol="1270" anchor="b" anchorCtr="1">
          <a:noAutofit/>
        </a:bodyPr>
        <a:lstStyle/>
        <a:p>
          <a:pPr marL="0" lvl="0" indent="0" algn="ctr" defTabSz="577850" rtl="0">
            <a:lnSpc>
              <a:spcPct val="90000"/>
            </a:lnSpc>
            <a:spcBef>
              <a:spcPct val="0"/>
            </a:spcBef>
            <a:spcAft>
              <a:spcPct val="35000"/>
            </a:spcAft>
            <a:buNone/>
          </a:pPr>
          <a:r>
            <a:rPr lang="de-DE" sz="1300" kern="1200">
              <a:latin typeface="Calibri"/>
              <a:ea typeface="Calibri"/>
              <a:cs typeface="Calibri"/>
            </a:rPr>
            <a:t>Finale Präsentationen gehalten und Dokumentation abgeliefert</a:t>
          </a:r>
          <a:endParaRPr lang="de-DE" sz="1300" kern="1200">
            <a:latin typeface="Avenir Next LT Pro"/>
            <a:ea typeface="Calibri"/>
            <a:cs typeface="Calibri"/>
          </a:endParaRPr>
        </a:p>
      </dsp:txBody>
      <dsp:txXfrm>
        <a:off x="8228148" y="0"/>
        <a:ext cx="2284883" cy="1516695"/>
      </dsp:txXfrm>
    </dsp:sp>
    <dsp:sp modelId="{251391CF-73E7-472F-9B7D-EC40DB8E33CA}">
      <dsp:nvSpPr>
        <dsp:cNvPr id="0" name=""/>
        <dsp:cNvSpPr/>
      </dsp:nvSpPr>
      <dsp:spPr>
        <a:xfrm>
          <a:off x="9370590" y="1603363"/>
          <a:ext cx="0" cy="346673"/>
        </a:xfrm>
        <a:prstGeom prst="line">
          <a:avLst/>
        </a:prstGeom>
        <a:noFill/>
        <a:ln w="6350" cap="flat" cmpd="sng" algn="ctr">
          <a:solidFill>
            <a:schemeClr val="accent6">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4785A949-B474-487C-954A-350FEF68EC03}">
      <dsp:nvSpPr>
        <dsp:cNvPr id="0" name=""/>
        <dsp:cNvSpPr/>
      </dsp:nvSpPr>
      <dsp:spPr>
        <a:xfrm>
          <a:off x="9327256" y="1516695"/>
          <a:ext cx="86668" cy="86668"/>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RoundedRectangleTimeline#1">
  <dgm:title val="Rechteck-Zeitachse mit abgerundeten Ecken"/>
  <dgm:desc val="Verwenden Sie diese Option, um eine Liste von Ereignissen in chronologischer Reihenfolge darzustellen. Ein unsichtbares Feld enthält die Beschreibung, während das Datum jeweils in Rechtecken angezeigt wird, mit Ausnahme des ersten und letzten Knotens. Hier weisen die Rechtecke abgerundete Ecken auf. Es kann eine große Textmenge mit einem längeren deskriptiven Datumsformat angezeigt werden."/>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 val="18"/>
      <dgm:constr type="primFontSz" for="des" forName="Childtext" val="18"/>
      <dgm:constr type="primFontSz" for="des" forName="Childtext" refType="primFontSz" refFor="des" refForName="parent" op="lte"/>
      <dgm:constr type="w" for="ch" forName="composite" refType="w"/>
      <dgm:constr type="h" for="ch" forName="composite" refType="h"/>
      <dgm:constr type="w" for="ch" forName="spaceBetweenRectangles" refType="w" refFor="ch" refForName="composite" fact="-0.4"/>
      <dgm:constr type="w" for="ch" ptType="sibTrans" op="equ"/>
      <dgm:constr type="primFontSz" for="des" forName="parent" op="equ"/>
      <dgm:constr type="primFontSz" for="des" forName="Childtext" op="equ"/>
      <dgm:constr type="primFontSz" for="des" forName="parent1" val="18"/>
      <dgm:constr type="primFontSz" for="des" forName="Childtext1" val="18"/>
      <dgm:constr type="primFontSz" for="des" forName="Childtext1" refType="primFontSz" refFor="des" refForName="parent1" op="lte"/>
      <dgm:constr type="w" for="ch" forName="composite1" refType="w"/>
      <dgm:constr type="h" for="ch" forName="composite1" refType="h"/>
      <dgm:constr type="w" for="ch" forName="spaceBetweenRectangles1" refType="w" refFor="ch" refForName="composite1" fact="-0.4"/>
      <dgm:constr type="primFontSz" for="des" forName="parent1" op="equ"/>
      <dgm:constr type="primFontSz" for="des" forName="Childtext1" op="equ"/>
    </dgm:constrLst>
    <dgm:choose name="layoutByNodeCnt">
      <dgm:if name="twoOrLessNodes" axis="ch" ptType="node" func="cnt" op="lte" val="2">
        <dgm:forEach name="nodesForEach" axis="ch" ptType="node">
          <dgm:layoutNode name="composite">
            <dgm:alg type="composite"/>
            <dgm:shape xmlns:r="http://schemas.openxmlformats.org/officeDocument/2006/relationships" r:blip="">
              <dgm:adjLst/>
            </dgm:shape>
            <dgm:choose name="casesForFirstAndLastNode1">
              <dgm:if name="startNode1" axis="self" ptType="node" func="pos" op="equ" val="1">
                <dgm:choose name="removeLineWhenOnlyOneNode1">
                  <dgm:if name="ifOnlyOneNode1" axis="followSib" ptType="node" func="cnt" op="equ" val="0">
                    <dgm:constrLst>
                      <dgm:constr type="w" for="ch" forName="parent" refType="w" fact="0.95"/>
                      <dgm:constr type="l" for="ch" forName="parent" refType="w" fact="0.025"/>
                      <dgm:constr type="t" for="ch" forName="parent" refType="h" fact="0.45"/>
                      <dgm:constr type="h" for="ch" forName="parent" refType="h" fact="0.1"/>
                      <dgm:constr type="l" for="ch" forName="Childtext" refType="w" fact="0.025"/>
                      <dgm:constr type="w" for="ch" forName="Childtext" refType="w" fact="0.95"/>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if>
                  <dgm:else name="ifMoreThanOne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else>
                </dgm:choose>
              </dgm:if>
              <dgm:else name="notStart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t" for="ch" forName="Childtext" refType="h" fact="0.65"/>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EmptyPane" refType="w"/>
                  <dgm:constr type="h" for="ch" forName="EmptyPane" refType="h" fact="0.45"/>
                </dgm:constrLst>
              </dgm:else>
            </dgm:choose>
            <dgm:layoutNode name="parent"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oundRect" r:blip="">
                        <dgm:adjLst/>
                      </dgm:shape>
                    </dgm:if>
                    <dgm:else name="ifMoreThanOneNode">
                      <dgm:choose name="Name18">
                        <dgm:if name="Name19" func="var" arg="dir" op="equ" val="norm">
                          <dgm:shape xmlns:r="http://schemas.openxmlformats.org/officeDocument/2006/relationships" rot="-90" type="round2SameRect" r:blip="">
                            <dgm:adjLst/>
                          </dgm:shape>
                        </dgm:if>
                        <dgm:else name="Name20">
                          <dgm:shape xmlns:r="http://schemas.openxmlformats.org/officeDocument/2006/relationships" rot="90" type="round2SameRect" r:blip="">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90" type="round2SameRect" r:blip="">
                            <dgm:adjLst/>
                          </dgm:shape>
                        </dgm:if>
                        <dgm:else name="Name26">
                          <dgm:shape xmlns:r="http://schemas.openxmlformats.org/officeDocument/2006/relationships" rot="-90" type="round2SameRect" r:blip="">
                            <dgm:adjLst/>
                          </dgm:shape>
                        </dgm:else>
                      </dgm:choose>
                    </dgm:if>
                    <dgm:else name="Name27">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 styleLbl="revTx">
              <dgm:varLst>
                <dgm:bulletEnabled val="1"/>
              </dgm:varLst>
              <dgm:choose name="casesForTxtDirLogic">
                <dgm:if name="Name77"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 styleLbl="lnNode1">
              <dgm:alg type="sp"/>
              <dgm:shape xmlns:r="http://schemas.openxmlformats.org/officeDocument/2006/relationships" type="ellipse" r:blip="">
                <dgm:adjLst/>
              </dgm:shape>
              <dgm:presOf/>
              <dgm:constrLst/>
            </dgm:layoutNode>
            <dgm:layoutNode name="EmptyPane">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if>
      <dgm:else name="moreThanTwoNodes">
        <dgm:forEach name="nodesForEach1" axis="ch" ptType="node">
          <dgm:layoutNode name="composite1">
            <dgm:alg type="composite"/>
            <dgm:shape xmlns:r="http://schemas.openxmlformats.org/officeDocument/2006/relationships" r:blip="">
              <dgm:adjLst/>
            </dgm:shape>
            <dgm:choose name="casesForSnakingLogic21">
              <dgm:if name="oddNode21" axis="self" ptType="node" func="posOdd" op="equ" val="1">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w" for="ch" forName="ConnectLine1"/>
                  <dgm:constr type="h" for="ch" forName="ConnectLine1" refType="h" fact="0.08"/>
                  <dgm:constr type="t" for="ch" forName="ConnectLine1" refType="h" fact="0.37"/>
                  <dgm:constr type="ctrX" for="ch" forName="ConnectLine1" refType="w" fact="0.5"/>
                  <dgm:constr type="w" for="ch" forName="ConnectLineEnd1" refType="h" fact="0.02"/>
                  <dgm:constr type="h" for="ch" forName="ConnectLineEnd1" refType="h" fact="0.02"/>
                  <dgm:constr type="t" for="ch" forName="ConnectLineEnd1" refType="h" fact="0.35"/>
                  <dgm:constr type="ctrX" for="ch" forName="ConnectLineEnd1" refType="w" fact="0.5"/>
                  <dgm:constr type="w" for="ch" forName="EmptyPane1" refType="w"/>
                  <dgm:constr type="t" for="ch" forName="EmptyPane1" refType="h" fact="0.55"/>
                  <dgm:constr type="h" for="ch" forName="EmptyPane1" refType="h" fact="0.45"/>
                </dgm:constrLst>
              </dgm:if>
              <dgm:else name="evenNode2">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t" for="ch" forName="Childtext1" refType="h" fact="0.65"/>
                  <dgm:constr type="w" for="ch" forName="ConnectLine1"/>
                  <dgm:constr type="h" for="ch" forName="ConnectLine1" refType="h" fact="0.08"/>
                  <dgm:constr type="t" for="ch" forName="ConnectLine1" refType="h" fact="0.55"/>
                  <dgm:constr type="ctrX" for="ch" forName="ConnectLine1" refType="w" fact="0.5"/>
                  <dgm:constr type="w" for="ch" forName="ConnectLineEnd1" refType="h" fact="0.02"/>
                  <dgm:constr type="h" for="ch" forName="ConnectLineEnd1" refType="h" fact="0.02"/>
                  <dgm:constr type="b" for="ch" forName="ConnectLineEnd1" refType="h" fact="0.65"/>
                  <dgm:constr type="ctrX" for="ch" forName="ConnectLineEnd1" refType="w" fact="0.5"/>
                  <dgm:constr type="w" for="ch" forName="EmptyPane1" refType="w"/>
                  <dgm:constr type="h" for="ch" forName="EmptyPane1" refType="h" fact="0.45"/>
                </dgm:constrLst>
              </dgm:else>
            </dgm:choose>
            <dgm:layoutNode name="parent1"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12">
                <dgm:if name="startNode12" axis="self" ptType="node" func="pos" op="equ" val="1">
                  <dgm:choose name="removeLineWhenOnlyOneNode12">
                    <dgm:if name="ifOnlyOneNode12" axis="followSib" ptType="node" func="cnt" op="equ" val="0">
                      <dgm:shape xmlns:r="http://schemas.openxmlformats.org/officeDocument/2006/relationships" type="roundRect" r:blip="">
                        <dgm:adjLst/>
                      </dgm:shape>
                    </dgm:if>
                    <dgm:else name="ifMoreThanOneNode12">
                      <dgm:choose name="Name181">
                        <dgm:if name="Name191" func="var" arg="dir" op="equ" val="norm">
                          <dgm:shape xmlns:r="http://schemas.openxmlformats.org/officeDocument/2006/relationships" rot="-90" type="round2SameRect" r:blip="">
                            <dgm:adjLst/>
                          </dgm:shape>
                        </dgm:if>
                        <dgm:else name="Name201">
                          <dgm:shape xmlns:r="http://schemas.openxmlformats.org/officeDocument/2006/relationships" rot="90" type="round2SameRect" r:blip="">
                            <dgm:adjLst/>
                          </dgm:shape>
                        </dgm:else>
                      </dgm:choose>
                    </dgm:else>
                  </dgm:choose>
                </dgm:if>
                <dgm:else name="notStartNode12">
                  <dgm:choose name="Name221">
                    <dgm:if name="Name231" axis="self" ptType="node" func="revPos" op="equ" val="1">
                      <dgm:choose name="Name241">
                        <dgm:if name="Name251" func="var" arg="dir" op="equ" val="norm">
                          <dgm:shape xmlns:r="http://schemas.openxmlformats.org/officeDocument/2006/relationships" rot="90" type="round2SameRect" r:blip="">
                            <dgm:adjLst/>
                          </dgm:shape>
                        </dgm:if>
                        <dgm:else name="Name261">
                          <dgm:shape xmlns:r="http://schemas.openxmlformats.org/officeDocument/2006/relationships" rot="-90" type="round2SameRect" r:blip="">
                            <dgm:adjLst/>
                          </dgm:shape>
                        </dgm:else>
                      </dgm:choose>
                    </dgm:if>
                    <dgm:else name="Name271">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dgm:varLst>
                <dgm:bulletEnabled val="1"/>
              </dgm:varLst>
              <dgm:choose name="casesForTxtDirLogic1">
                <dgm:if name="Name771"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1">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1" styleLbl="lnNode1">
              <dgm:alg type="sp"/>
              <dgm:shape xmlns:r="http://schemas.openxmlformats.org/officeDocument/2006/relationships" type="ellipse" r:blip="">
                <dgm:adjLst/>
              </dgm:shape>
              <dgm:presOf/>
              <dgm:constrLst/>
            </dgm:layoutNode>
            <dgm:layoutNode name="EmptyPane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9EB018AA-DEA7-448F-AE2F-C3D13A0F02A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de-DE"/>
          </a:p>
        </p:txBody>
      </p:sp>
      <p:sp>
        <p:nvSpPr>
          <p:cNvPr id="3" name="Datumsplatzhalter 2">
            <a:extLst>
              <a:ext uri="{FF2B5EF4-FFF2-40B4-BE49-F238E27FC236}">
                <a16:creationId xmlns:a16="http://schemas.microsoft.com/office/drawing/2014/main" id="{DFB87A71-96EB-4108-95A3-855A4C3601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88FA8D41-3C83-4EC2-816E-757717163931}" type="datetime1">
              <a:rPr lang="de-DE" smtClean="0"/>
              <a:t>09.04.2026</a:t>
            </a:fld>
            <a:endParaRPr lang="de-DE"/>
          </a:p>
        </p:txBody>
      </p:sp>
      <p:sp>
        <p:nvSpPr>
          <p:cNvPr id="4" name="Fußzeilenplatzhalter 3">
            <a:extLst>
              <a:ext uri="{FF2B5EF4-FFF2-40B4-BE49-F238E27FC236}">
                <a16:creationId xmlns:a16="http://schemas.microsoft.com/office/drawing/2014/main" id="{9445591A-E83D-4F8A-B064-12B29D3154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de-DE"/>
          </a:p>
        </p:txBody>
      </p:sp>
      <p:sp>
        <p:nvSpPr>
          <p:cNvPr id="5" name="Foliennummernplatzhalter 4">
            <a:extLst>
              <a:ext uri="{FF2B5EF4-FFF2-40B4-BE49-F238E27FC236}">
                <a16:creationId xmlns:a16="http://schemas.microsoft.com/office/drawing/2014/main" id="{97AF2308-535F-471C-9423-3467454C92F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E661E857-36B8-43F1-9D87-FE508167BCE3}" type="slidenum">
              <a:rPr lang="de-DE" smtClean="0"/>
              <a:t>‹Nr.›</a:t>
            </a:fld>
            <a:endParaRPr lang="de-DE"/>
          </a:p>
        </p:txBody>
      </p:sp>
    </p:spTree>
    <p:extLst>
      <p:ext uri="{BB962C8B-B14F-4D97-AF65-F5344CB8AC3E}">
        <p14:creationId xmlns:p14="http://schemas.microsoft.com/office/powerpoint/2010/main" val="1400231406"/>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19:19:23.126"/>
    </inkml:context>
    <inkml:brush xml:id="br0">
      <inkml:brushProperty name="width" value="0.1" units="cm"/>
      <inkml:brushProperty name="height" value="0.1" units="cm"/>
    </inkml:brush>
  </inkml:definitions>
  <inkml:trace contextRef="#ctx0" brushRef="#br0">14684 3784 16383 0 0,'23'0'0'0'0,"30"0"0"0"0,36 0 0 0 0,33 0 0 0 0,26 0 0 0 0,18 0 0 0 0,11 0 0 0 0,6 0 0 0 0,-6 7 0 0 0,-10 3 0 0 0,-12 0 0 0 0,-16 5 0 0 0,-9 0 0 0 0,-20-2 0 0 0,-5 5 0 0 0,2-2 0 0 0,-3-3 0 0 0,-10-4 0 0 0,-8-3 0 0 0,-9-3 0 0 0,-11-2 0 0 0,-9-1 0 0 0,-7-1 0 0 0,-4 1 0 0 0,-10-1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19:19:23.127"/>
    </inkml:context>
    <inkml:brush xml:id="br0">
      <inkml:brushProperty name="width" value="0.1" units="cm"/>
      <inkml:brushProperty name="height" value="0.1" units="cm"/>
    </inkml:brush>
  </inkml:definitions>
  <inkml:trace contextRef="#ctx0" brushRef="#br0">15875 3360 16383 0 0,'8'0'0'0'0,"17"8"0"0"0,19 9 0 0 0,18 10 0 0 0,14 8 0 0 0,8 6 0 0 0,5-5 0 0 0,-5-1 0 0 0,-1-5 0 0 0,-8-2 0 0 0,-1 3 0 0 0,-6-4 0 0 0,-7 1 0 0 0,-6-5 0 0 0,-5-5 0 0 0,-11 1 0 0 0,-4-3 0 0 0,-2-3 0 0 0,3-5 0 0 0,-6 4 0 0 0,0 1 0 0 0,2-3 0 0 0,-4 5 0 0 0,0 0 0 0 0,-3 4 0 0 0,-8 8 0 0 0,-5 5 0 0 0,-13 6 0 0 0,-7 4 0 0 0,-8 2 0 0 0,-3 1 0 0 0,-4 1 0 0 0,0-1 0 0 0,-2 8 0 0 0,-5 3 0 0 0,-5-2 0 0 0,-4-2 0 0 0,-3 6 0 0 0,-2-8 0 0 0,-1 3 0 0 0,0 1 0 0 0,7-3 0 0 0,3-9 0 0 0,0-4 0 0 0,-3-1 0 0 0,-1 0 0 0 0,-2-5 0 0 0,6-17 0 0 0,9-10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19:19:23.128"/>
    </inkml:context>
    <inkml:brush xml:id="br0">
      <inkml:brushProperty name="width" value="0.1" units="cm"/>
      <inkml:brushProperty name="height" value="0.1" units="cm"/>
    </inkml:brush>
  </inkml:definitions>
  <inkml:trace contextRef="#ctx0" brushRef="#br0">16589 3281 16383 0 0,'8'7'0'0'0,"17"18"0"0"0,20 13 0 0 0,17 6 0 0 0,5 4 0 0 0,8 9 0 0 0,-3-6 0 0 0,2-3 0 0 0,-4-3 0 0 0,-7-1 0 0 0,-5-1 0 0 0,-7-7 0 0 0,-3-3 0 0 0,-3-7 0 0 0,-1-7 0 0 0,-8 0 0 0 0,-3-3 0 0 0,0 3 0 0 0,3-1 0 0 0,-5-4 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19:19:23.129"/>
    </inkml:context>
    <inkml:brush xml:id="br0">
      <inkml:brushProperty name="width" value="0.1" units="cm"/>
      <inkml:brushProperty name="height" value="0.1" units="cm"/>
    </inkml:brush>
  </inkml:definitions>
  <inkml:trace contextRef="#ctx0" brushRef="#br0">17316 3254 16383 0 0,'-7'8'0'0'0,"-11"9"0"0"0,-9 11 0 0 0,0 7 0 0 0,-4-3 0 0 0,-3 2 0 0 0,-4 2 0 0 0,-2 3 0 0 0,-3 1 0 0 0,6 3 0 0 0,2-7 0 0 0,0-1 0 0 0,5 0 0 0 0,0 2 0 0 0,6 2 0 0 0,-1 3 0 0 0,-4-7 0 0 0,3-1 0 0 0,-1-7 0 0 0,-4 0 0 0 0,3 3 0 0 0,-1-4 0 0 0,5 1 0 0 0,-2-3 0 0 0,4 1 0 0 0,-1-4 0 0 0,2 3 0 0 0,5 4 0 0 0,-2-2 0 0 0,2-6 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19:19:23.130"/>
    </inkml:context>
    <inkml:brush xml:id="br0">
      <inkml:brushProperty name="width" value="0.1" units="cm"/>
      <inkml:brushProperty name="height" value="0.1" units="cm"/>
    </inkml:brush>
  </inkml:definitions>
  <inkml:trace contextRef="#ctx0" brushRef="#br0">14605 3757 16383 0 0,'0'8'0'0'0,"8"2"0"0"0,2 7 0 0 0,-1 8 0 0 0,-1 8 0 0 0,5-3 0 0 0,0 3 0 0 0,-1 1 0 0 0,-4 4 0 0 0,-2 3 0 0 0,4-6 0 0 0,2-2 0 0 0,-2 2 0 0 0,-3 3 0 0 0,-2 1 0 0 0,-2 3 0 0 0,-2 1 0 0 0,-1 0 0 0 0,0 2 0 0 0,7-8 0 0 0,3-2 0 0 0,-1 0 0 0 0,-2 2 0 0 0,-1 2 0 0 0,-3 2 0 0 0,6-5 0 0 0,2-3 0 0 0,-2 2 0 0 0,-1 2 0 0 0,5 2 0 0 0,0 3 0 0 0,-2 0 0 0 0,-3 2 0 0 0,-3 1 0 0 0,-2 0 0 0 0,-1-1 0 0 0,-2 1 0 0 0,0 0 0 0 0,-1 0 0 0 0,0-1 0 0 0,1-7 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19:19:23.131"/>
    </inkml:context>
    <inkml:brush xml:id="br0">
      <inkml:brushProperty name="width" value="0.1" units="cm"/>
      <inkml:brushProperty name="height" value="0.1" units="cm"/>
    </inkml:brush>
  </inkml:definitions>
  <inkml:trace contextRef="#ctx0" brushRef="#br0">14552 4638 16383 0 0,'0'7'0'0'0,"0"11"0"0"0,8 1 0 0 0,2 6 0 0 0,7-2 0 0 0,1 3 0 0 0,4-3 0 0 0,7-5 0 0 0,-2 1 0 0 0,-6 6 0 0 0,2-2 0 0 0,-4 3 0 0 0,3-3 0 0 0,-2 2 0 0 0,2-3 0 0 0,6-6 0 0 0,-3 3 0 0 0,3-3 0 0 0,-4-11 0 0 0,-5-14 0 0 0,-7-13 0 0 0,-5-10 0 0 0,-4-8 0 0 0,-2-4 0 0 0,6 5 0 0 0,2 2 0 0 0,-1 0 0 0 0,6-2 0 0 0,1-1 0 0 0,5-2 0 0 0,-1-1 0 0 0,5-1 0 0 0,-3-1 0 0 0,3 1 0 0 0,-3-1 0 0 0,3 0 0 0 0,-2 1 0 0 0,1 7 0 0 0,-2 2 0 0 0,-4 8 0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19:19:23.132"/>
    </inkml:context>
    <inkml:brush xml:id="br0">
      <inkml:brushProperty name="width" value="0.1" units="cm"/>
      <inkml:brushProperty name="height" value="0.1" units="cm"/>
    </inkml:brush>
  </inkml:definitions>
  <inkml:trace contextRef="#ctx0" brushRef="#br0">15108 4410 16383 0 0,'0'8'0'0'0,"7"9"0"0"0,3 10 0 0 0,0-7 0 0 0,5-7 0 0 0,8-6 0 0 0,0-12 0 0 0,4-4 0 0 0,4-2 0 0 0,5 2 0 0 0,4 2 0 0 0,3 3 0 0 0,1 1 0 0 0,1-6 0 0 0,0-1 0 0 0,0 1 0 0 0,0 1 0 0 0,0 3 0 0 0,0-5 0 0 0,0-2 0 0 0,-1 2 0 0 0,0 2 0 0 0,1 3 0 0 0,-16 2 0 0 0,-20 9 0 0 0,-19 12 0 0 0,-15 9 0 0 0,-11 1 0 0 0,-8 3 0 0 0,-2-4 0 0 0,-3 1 0 0 0,1-4 0 0 0,1 1 0 0 0,0-3 0 0 0,9 1 0 0 0,2-2 0 0 0,9 2 0 0 0,0-2 0 0 0,-2-5 0 0 0,3 2 0 0 0,-1-2 0 0 0,4 4 0 0 0,-1-1 0 0 0,2 3 0 0 0,14-2 0 0 0,15-4 0 0 0,14-5 0 0 0,11-4 0 0 0,7-4 0 0 0,6-2 0 0 0,1-1 0 0 0,2-1 0 0 0,-1 0 0 0 0,0 0 0 0 0,-1 1 0 0 0,-1-1 0 0 0,0 1 0 0 0,0 0 0 0 0,-1 0 0 0 0,0 0 0 0 0,0 0 0 0 0,1 0 0 0 0,-9 0 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19:19:23.133"/>
    </inkml:context>
    <inkml:brush xml:id="br0">
      <inkml:brushProperty name="width" value="0.1" units="cm"/>
      <inkml:brushProperty name="height" value="0.1" units="cm"/>
    </inkml:brush>
  </inkml:definitions>
  <inkml:trace contextRef="#ctx0" brushRef="#br0">15293 4498 16383 0 0,'7'0'0'0'0,"11"0"0"0"0,9 0 0 0 0,8 0 0 0 0,5 0 0 0 0,4 0 0 0 0,2 0 0 0 0,0 0 0 0 0,0 0 0 0 0,0 0 0 0 0,0 0 0 0 0,-1 0 0 0 0,-8 0 0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19:19:23.134"/>
    </inkml:context>
    <inkml:brush xml:id="br0">
      <inkml:brushProperty name="width" value="0.1" units="cm"/>
      <inkml:brushProperty name="height" value="0.1" units="cm"/>
    </inkml:brush>
  </inkml:definitions>
  <inkml:trace contextRef="#ctx0" brushRef="#br0">14896 4524 16383 0 0,'8'0'0'0'0,"9"0"0"0"0,10 0 0 0 0,8 0 0 0 0,6 0 0 0 0,2 0 0 0 0,3 0 0 0 0,0 0 0 0 0,0 0 0 0 0,-7 0 0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19:19:23.135"/>
    </inkml:context>
    <inkml:brush xml:id="br0">
      <inkml:brushProperty name="width" value="0.1" units="cm"/>
      <inkml:brushProperty name="height" value="0.1" units="cm"/>
    </inkml:brush>
  </inkml:definitions>
  <inkml:trace contextRef="#ctx0" brushRef="#br0">14771 3653 16383 0 0,'-7'0'0'0'0,"-4"8"0"0"0,-6 2 0 0 0,-8 7 0 0 0,0 8 0 0 0,-3 0 0 0 0,-5 4 0 0 0,4 3 0 0 0,6 5 0 0 0,8 3 0 0 0,13-5 0 0 0,15-1 0 0 0,13-6 0 0 0,9-1 0 0 0,7-4 0 0 0,3-7 0 0 0,2-5 0 0 0,0-5 0 0 0,0-4 0 0 0,-8-9 0 0 0,-3-12 0 0 0,-8-9 0 0 0,-9-8 0 0 0,-7-5 0 0 0,-6-4 0 0 0,-4-1 0 0 0,-2 0 0 0 0,-9-1 0 0 0,-2 1 0 0 0,-8 8 0 0 0,0 3 0 0 0,-5 7 0 0 0,3 2 0 0 0,-4 4 0 0 0,-4 6 0 0 0,-6 6 0 0 0,4 5 0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19:19:23.136"/>
    </inkml:context>
    <inkml:brush xml:id="br0">
      <inkml:brushProperty name="width" value="0.1" units="cm"/>
      <inkml:brushProperty name="height" value="0.1" units="cm"/>
    </inkml:brush>
  </inkml:definitions>
  <inkml:trace contextRef="#ctx0" brushRef="#br0">14393 3413 16383 0 0,'8'8'0'0'0,"2"9"0"0"0,7 3 0 0 0,8 5 0 0 0,8-2 0 0 0,5 3 0 0 0,4-3 0 0 0,-5 2 0 0 0,-1 4 0 0 0,0-2 0 0 0,2 1 0 0 0,3 4 0 0 0,0-4 0 0 0,2 1 0 0 0,1-4 0 0 0,1 1 0 0 0,-1-4 0 0 0,-6 1 0 0 0,-4 6 0 0 0,1-4 0 0 0,2 3 0 0 0,2-4 0 0 0,2 1 0 0 0,2-3 0 0 0,1 2 0 0 0,0-3 0 0 0,1-5 0 0 0,-1 2 0 0 0,1 6 0 0 0,0-2 0 0 0,-1 4 0 0 0,1-3 0 0 0,-8 2 0 0 0,-3-3 0 0 0,1 2 0 0 0,2-3 0 0 0,2 3 0 0 0,2-3 0 0 0,-6 2 0 0 0,-2-2 0 0 0,2-5 0 0 0,-6-5 0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19:19:23.137"/>
    </inkml:context>
    <inkml:brush xml:id="br0">
      <inkml:brushProperty name="width" value="0.1" units="cm"/>
      <inkml:brushProperty name="height" value="0.1" units="cm"/>
    </inkml:brush>
  </inkml:definitions>
  <inkml:trace contextRef="#ctx0" brushRef="#br0">15564 3307 16383 0 0,'-8'0'0'0'0,"-2"8"0"0"0,-7 2 0 0 0,-8-1 0 0 0,0 7 0 0 0,-3 7 0 0 0,-5 0 0 0 0,-4 3 0 0 0,-3-2 0 0 0,-2 2 0 0 0,-2 5 0 0 0,-1 3 0 0 0,0 5 0 0 0,-1 2 0 0 0,1-5 0 0 0,0-1 0 0 0,8 0 0 0 0,3-5 0 0 0,-1 0 0 0 0,-2-5 0 0 0,-2 0 0 0 0,6 4 0 0 0,0-3 0 0 0,7 1 0 0 0,-1-3 0 0 0,5 1 0 0 0,-1-4 0 0 0,2 3 0 0 0,-2-3 0 0 0,3 2 0 0 0,-3-2 0 0 0,3 2 0 0 0,-4-2 0 0 0,4 2 0 0 0,-4-2 0 0 0,3 3 0 0 0,-2-4 0 0 0,-6-4 0 0 0,3 3 0 0 0,-2-3 0 0 0,4 5 0 0 0,-1 5 0 0 0,-5 6 0 0 0,-4-2 0 0 0,3-7 0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19:19:23.138"/>
    </inkml:context>
    <inkml:brush xml:id="br0">
      <inkml:brushProperty name="width" value="0.1" units="cm"/>
      <inkml:brushProperty name="height" value="0.1" units="cm"/>
    </inkml:brush>
  </inkml:definitions>
  <inkml:trace contextRef="#ctx0" brushRef="#br0">13520 2646 16383 0 0,'0'7'0'0'0,"8"11"0"0"0,9 9 0 0 0,3 8 0 0 0,5-2 0 0 0,-2 0 0 0 0,3-4 0 0 0,-3-1 0 0 0,2-4 0 0 0,-3 1 0 0 0,2 4 0 0 0,-3 4 0 0 0,3-3 0 0 0,-3 1 0 0 0,2 2 0 0 0,5 4 0 0 0,-2 2 0 0 0,2 3 0 0 0,4 2 0 0 0,3-8 0 0 0,-3-1 0 0 0,-8 1 0 0 0,0-7 0 0 0,-4-7 0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19:19:23.139"/>
    </inkml:context>
    <inkml:brush xml:id="br0">
      <inkml:brushProperty name="width" value="0.1" units="cm"/>
      <inkml:brushProperty name="height" value="0.1" units="cm"/>
    </inkml:brush>
  </inkml:definitions>
  <inkml:trace contextRef="#ctx0" brushRef="#br0">14258 2725 16383 0 0,'0'8'0'0'0,"-8"9"0"0"0,-9 10 0 0 0,-3 8 0 0 0,-5-2 0 0 0,2 1 0 0 0,-3-6 0 0 0,3 1 0 0 0,-2 2 0 0 0,-5 4 0 0 0,-4-4 0 0 0,4 0 0 0 0,-2-5 0 0 0,6 0 0 0 0,-1-4 0 0 0,-3 2 0 0 0,3 4 0 0 0,-1 5 0 0 0,-3 5 0 0 0,-4 3 0 0 0,-4 2 0 0 0,-2-6 0 0 0,5-2 0 0 0,1-7 0 0 0,0 0 0 0 0,5-6 0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19:19:23.140"/>
    </inkml:context>
    <inkml:brush xml:id="br0">
      <inkml:brushProperty name="width" value="0.1" units="cm"/>
      <inkml:brushProperty name="height" value="0.1" units="cm"/>
    </inkml:brush>
  </inkml:definitions>
  <inkml:trace contextRef="#ctx0" brushRef="#br0">11086 5530 16383 0 0,'15'7'0'0'0,"35"11"0"0"0,47 17 0 0 0,45 17 0 0 0,43 23 0 0 0,36 14 0 0 0,25 6 0 0 0,16 3 0 0 0,-6-1 0 0 0,-16-9 0 0 0,-20-4 0 0 0,-23-9 0 0 0,-24-10 0 0 0,-25-1 0 0 0,-23-3 0 0 0,-18-5 0 0 0,-12-5 0 0 0,-7-2 0 0 0,-11-4 0 0 0,-3 0 0 0 0,-7-1 0 0 0,0-1 0 0 0,4 1 0 0 0,-2-1 0 0 0,-6-6 0 0 0,1-3 0 0 0,-1 0 0 0 0,-6-5 0 0 0,-3-7 0 0 0,-5-1 0 0 0,-2-3 0 0 0,-2 2 0 0 0,-1-1 0 0 0,-8-5 0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19:19:23.141"/>
    </inkml:context>
    <inkml:brush xml:id="br0">
      <inkml:brushProperty name="width" value="0.1" units="cm"/>
      <inkml:brushProperty name="height" value="0.1" units="cm"/>
    </inkml:brush>
  </inkml:definitions>
  <inkml:trace contextRef="#ctx0" brushRef="#br0">3413 11086 16383 0 0,'0'0'0'0'0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19:19:23.142"/>
    </inkml:context>
    <inkml:brush xml:id="br0">
      <inkml:brushProperty name="width" value="0.1" units="cm"/>
      <inkml:brushProperty name="height" value="0.1" units="cm"/>
    </inkml:brush>
  </inkml:definitions>
  <inkml:trace contextRef="#ctx0" brushRef="#br0">7303 9869 16383 0 0,'181'8'0'0'0,"82"9"0"0"0,27 3 0 0 0,-13 5 0 0 0,-32-2 0 0 0,-42 3 0 0 0,-40-3 0 0 0,-25 2 0 0 0,-22-3 0 0 0,-22 2 0 0 0,-13-3 0 0 0,-4 3 0 0 0,-1-4 0 0 0,3 4 0 0 0,2 4 0 0 0,2 6 0 0 0,3 3 0 0 0,-6-3 0 0 0,-1 0 0 0 0,-8-7 0 0 0,1-7 0 0 0,-13 0 0 0 0,-8-3 0 0 0,-6-4 0 0 0,-3-5 0 0 0,-1-3 0 0 0,0-3 0 0 0,1-2 0 0 0,8-1 0 0 0,3 1 0 0 0,1-1 0 0 0,5 0 0 0 0,1 0 0 0 0,5 1 0 0 0,-1 0 0 0 0,-4 0 0 0 0,-4-8 0 0 0,-5-2 0 0 0,-3 1 0 0 0,-2 1 0 0 0,-1-5 0 0 0,-2-1 0 0 0,1 3 0 0 0,-1 3 0 0 0,9 2 0 0 0,-6-4 0 0 0,-2-2 0 0 0,-2 2 0 0 0,0 3 0 0 0,-7 2 0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19:19:23.143"/>
    </inkml:context>
    <inkml:brush xml:id="br0">
      <inkml:brushProperty name="width" value="0.1" units="cm"/>
      <inkml:brushProperty name="height" value="0.1" units="cm"/>
    </inkml:brush>
  </inkml:definitions>
  <inkml:trace contextRef="#ctx0" brushRef="#br0">4815 10239 16383 0 0,'0'0'0'0'0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19:19:23.144"/>
    </inkml:context>
    <inkml:brush xml:id="br0">
      <inkml:brushProperty name="width" value="0.1" units="cm"/>
      <inkml:brushProperty name="height" value="0.1" units="cm"/>
    </inkml:brush>
  </inkml:definitions>
  <inkml:trace contextRef="#ctx0" brushRef="#br0">3360 8361 16383 0 0,'0'0'0'0'0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19:19:23.145"/>
    </inkml:context>
    <inkml:brush xml:id="br0">
      <inkml:brushProperty name="width" value="0.1" units="cm"/>
      <inkml:brushProperty name="height" value="0.1" units="cm"/>
    </inkml:brush>
  </inkml:definitions>
  <inkml:trace contextRef="#ctx0" brushRef="#br0">1429 4763 16383 0 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de-DE" noProof="0"/>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4CA429-061D-458E-80F8-82CB2938FBAD}" type="datetime1">
              <a:rPr lang="de-DE" smtClean="0"/>
              <a:pPr/>
              <a:t>09.04.2026</a:t>
            </a:fld>
            <a:endParaRPr lang="de-DE" dirty="0"/>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de-DE" noProof="0"/>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de-DE" noProof="0"/>
              <a:t>Textmasterformate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de-DE" noProof="0"/>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BCFAAAB6-A2C6-4A85-A3A1-98EFBA61C967}" type="slidenum">
              <a:rPr lang="de-DE" noProof="0" smtClean="0"/>
              <a:t>‹Nr.›</a:t>
            </a:fld>
            <a:endParaRPr lang="de-DE" noProof="0"/>
          </a:p>
        </p:txBody>
      </p:sp>
    </p:spTree>
    <p:extLst>
      <p:ext uri="{BB962C8B-B14F-4D97-AF65-F5344CB8AC3E}">
        <p14:creationId xmlns:p14="http://schemas.microsoft.com/office/powerpoint/2010/main" val="207675299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b="0" i="0">
              <a:effectLst/>
              <a:latin typeface="Segoe UI" panose="020B0502040204020203" pitchFamily="34" charset="0"/>
            </a:endParaRPr>
          </a:p>
          <a:p>
            <a:pPr rtl="0"/>
            <a:r>
              <a:rPr lang="de-DE"/>
              <a:t>ID=d924773e-9a16-4d6d-9803-8cb819e99682
Rezept=text_billboard
Typ=TextOnly
Variante=0
FamilyID=AccentBoxWalbaum_Zero</a:t>
            </a:r>
          </a:p>
        </p:txBody>
      </p:sp>
      <p:sp>
        <p:nvSpPr>
          <p:cNvPr id="4" name="Foliennummernplatzhalter 3"/>
          <p:cNvSpPr>
            <a:spLocks noGrp="1"/>
          </p:cNvSpPr>
          <p:nvPr>
            <p:ph type="sldNum" sz="quarter" idx="5"/>
          </p:nvPr>
        </p:nvSpPr>
        <p:spPr/>
        <p:txBody>
          <a:bodyPr rtlCol="0"/>
          <a:lstStyle/>
          <a:p>
            <a:pPr rtl="0"/>
            <a:fld id="{8EAA36B1-75F6-458C-B388-8BC01E9857C8}" type="slidenum">
              <a:rPr lang="de-DE" smtClean="0"/>
              <a:t>1</a:t>
            </a:fld>
            <a:endParaRPr lang="de-DE"/>
          </a:p>
        </p:txBody>
      </p:sp>
    </p:spTree>
    <p:extLst>
      <p:ext uri="{BB962C8B-B14F-4D97-AF65-F5344CB8AC3E}">
        <p14:creationId xmlns:p14="http://schemas.microsoft.com/office/powerpoint/2010/main" val="2703205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rtl="0"/>
            <a:fld id="{BCFAAAB6-A2C6-4A85-A3A1-98EFBA61C967}" type="slidenum">
              <a:rPr lang="de-DE" smtClean="0"/>
              <a:t>2</a:t>
            </a:fld>
            <a:endParaRPr lang="de-DE"/>
          </a:p>
        </p:txBody>
      </p:sp>
    </p:spTree>
    <p:extLst>
      <p:ext uri="{BB962C8B-B14F-4D97-AF65-F5344CB8AC3E}">
        <p14:creationId xmlns:p14="http://schemas.microsoft.com/office/powerpoint/2010/main" val="2239020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rtl="0"/>
            <a:fld id="{BCFAAAB6-A2C6-4A85-A3A1-98EFBA61C967}" type="slidenum">
              <a:rPr lang="de-DE" smtClean="0"/>
              <a:t>3</a:t>
            </a:fld>
            <a:endParaRPr lang="de-DE"/>
          </a:p>
        </p:txBody>
      </p:sp>
    </p:spTree>
    <p:extLst>
      <p:ext uri="{BB962C8B-B14F-4D97-AF65-F5344CB8AC3E}">
        <p14:creationId xmlns:p14="http://schemas.microsoft.com/office/powerpoint/2010/main" val="15109544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rtl="0"/>
            <a:fld id="{BCFAAAB6-A2C6-4A85-A3A1-98EFBA61C967}" type="slidenum">
              <a:rPr lang="de-DE" smtClean="0"/>
              <a:t>4</a:t>
            </a:fld>
            <a:endParaRPr lang="de-DE"/>
          </a:p>
        </p:txBody>
      </p:sp>
    </p:spTree>
    <p:extLst>
      <p:ext uri="{BB962C8B-B14F-4D97-AF65-F5344CB8AC3E}">
        <p14:creationId xmlns:p14="http://schemas.microsoft.com/office/powerpoint/2010/main" val="14743318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rtl="0"/>
            <a:fld id="{BCFAAAB6-A2C6-4A85-A3A1-98EFBA61C967}" type="slidenum">
              <a:rPr lang="de-DE" smtClean="0"/>
              <a:t>5</a:t>
            </a:fld>
            <a:endParaRPr lang="de-DE"/>
          </a:p>
        </p:txBody>
      </p:sp>
    </p:spTree>
    <p:extLst>
      <p:ext uri="{BB962C8B-B14F-4D97-AF65-F5344CB8AC3E}">
        <p14:creationId xmlns:p14="http://schemas.microsoft.com/office/powerpoint/2010/main" val="34913805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04557-6253-F8C5-19F2-050C225B24C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C39D5E2-ADF7-FE5E-B5F6-02B287C114EB}"/>
              </a:ext>
            </a:extLst>
          </p:cNvPr>
          <p:cNvSpPr>
            <a:spLocks noGrp="1" noRot="1" noChangeAspect="1"/>
          </p:cNvSpPr>
          <p:nvPr>
            <p:ph type="sldImg"/>
          </p:nvPr>
        </p:nvSpPr>
        <p:spPr/>
        <p:txBody>
          <a:bodyPr/>
          <a:lstStyle/>
          <a:p>
            <a:endParaRPr lang="de-DE"/>
          </a:p>
        </p:txBody>
      </p:sp>
      <p:sp>
        <p:nvSpPr>
          <p:cNvPr id="3" name="Notizenplatzhalter 2">
            <a:extLst>
              <a:ext uri="{FF2B5EF4-FFF2-40B4-BE49-F238E27FC236}">
                <a16:creationId xmlns:a16="http://schemas.microsoft.com/office/drawing/2014/main" id="{87195FED-F447-741E-D4CB-8831AA76A8C0}"/>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A25FA513-5CAD-97AC-0DDF-D407C64C1B03}"/>
              </a:ext>
            </a:extLst>
          </p:cNvPr>
          <p:cNvSpPr>
            <a:spLocks noGrp="1"/>
          </p:cNvSpPr>
          <p:nvPr>
            <p:ph type="sldNum" sz="quarter" idx="5"/>
          </p:nvPr>
        </p:nvSpPr>
        <p:spPr/>
        <p:txBody>
          <a:bodyPr/>
          <a:lstStyle/>
          <a:p>
            <a:pPr rtl="0"/>
            <a:fld id="{BCFAAAB6-A2C6-4A85-A3A1-98EFBA61C967}" type="slidenum">
              <a:rPr lang="de-DE" smtClean="0"/>
              <a:t>6</a:t>
            </a:fld>
            <a:endParaRPr lang="de-DE"/>
          </a:p>
        </p:txBody>
      </p:sp>
    </p:spTree>
    <p:extLst>
      <p:ext uri="{BB962C8B-B14F-4D97-AF65-F5344CB8AC3E}">
        <p14:creationId xmlns:p14="http://schemas.microsoft.com/office/powerpoint/2010/main" val="37395972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438ED-BA90-85A3-755E-F84D93F1061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A9DA9A8-78B6-532F-1CE8-A9D599C073FA}"/>
              </a:ext>
            </a:extLst>
          </p:cNvPr>
          <p:cNvSpPr>
            <a:spLocks noGrp="1" noRot="1" noChangeAspect="1"/>
          </p:cNvSpPr>
          <p:nvPr>
            <p:ph type="sldImg"/>
          </p:nvPr>
        </p:nvSpPr>
        <p:spPr/>
        <p:txBody>
          <a:bodyPr/>
          <a:lstStyle/>
          <a:p>
            <a:endParaRPr lang="de-DE"/>
          </a:p>
        </p:txBody>
      </p:sp>
      <p:sp>
        <p:nvSpPr>
          <p:cNvPr id="3" name="Notizenplatzhalter 2">
            <a:extLst>
              <a:ext uri="{FF2B5EF4-FFF2-40B4-BE49-F238E27FC236}">
                <a16:creationId xmlns:a16="http://schemas.microsoft.com/office/drawing/2014/main" id="{92D6F75C-4FBF-D851-6648-77CA969E404E}"/>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AF66D67E-7292-AB3E-FDF3-72CBD250C015}"/>
              </a:ext>
            </a:extLst>
          </p:cNvPr>
          <p:cNvSpPr>
            <a:spLocks noGrp="1"/>
          </p:cNvSpPr>
          <p:nvPr>
            <p:ph type="sldNum" sz="quarter" idx="5"/>
          </p:nvPr>
        </p:nvSpPr>
        <p:spPr/>
        <p:txBody>
          <a:bodyPr/>
          <a:lstStyle/>
          <a:p>
            <a:pPr rtl="0"/>
            <a:fld id="{BCFAAAB6-A2C6-4A85-A3A1-98EFBA61C967}" type="slidenum">
              <a:rPr lang="de-DE" smtClean="0"/>
              <a:t>7</a:t>
            </a:fld>
            <a:endParaRPr lang="de-DE"/>
          </a:p>
        </p:txBody>
      </p:sp>
    </p:spTree>
    <p:extLst>
      <p:ext uri="{BB962C8B-B14F-4D97-AF65-F5344CB8AC3E}">
        <p14:creationId xmlns:p14="http://schemas.microsoft.com/office/powerpoint/2010/main" val="28883046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F2151-867F-270F-7BD9-BF8480564D2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E8DA2C6-002B-F900-E5E6-F9DA0375E513}"/>
              </a:ext>
            </a:extLst>
          </p:cNvPr>
          <p:cNvSpPr>
            <a:spLocks noGrp="1" noRot="1" noChangeAspect="1"/>
          </p:cNvSpPr>
          <p:nvPr>
            <p:ph type="sldImg"/>
          </p:nvPr>
        </p:nvSpPr>
        <p:spPr/>
        <p:txBody>
          <a:bodyPr/>
          <a:lstStyle/>
          <a:p>
            <a:endParaRPr lang="de-DE"/>
          </a:p>
        </p:txBody>
      </p:sp>
      <p:sp>
        <p:nvSpPr>
          <p:cNvPr id="3" name="Notizenplatzhalter 2">
            <a:extLst>
              <a:ext uri="{FF2B5EF4-FFF2-40B4-BE49-F238E27FC236}">
                <a16:creationId xmlns:a16="http://schemas.microsoft.com/office/drawing/2014/main" id="{35D5CB20-2A18-6DBB-1D92-F0FA3931BFB4}"/>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A86AA788-D12D-A23E-E8AE-50A075DE0C93}"/>
              </a:ext>
            </a:extLst>
          </p:cNvPr>
          <p:cNvSpPr>
            <a:spLocks noGrp="1"/>
          </p:cNvSpPr>
          <p:nvPr>
            <p:ph type="sldNum" sz="quarter" idx="5"/>
          </p:nvPr>
        </p:nvSpPr>
        <p:spPr/>
        <p:txBody>
          <a:bodyPr/>
          <a:lstStyle/>
          <a:p>
            <a:pPr rtl="0"/>
            <a:fld id="{BCFAAAB6-A2C6-4A85-A3A1-98EFBA61C967}" type="slidenum">
              <a:rPr lang="de-DE" smtClean="0"/>
              <a:t>8</a:t>
            </a:fld>
            <a:endParaRPr lang="de-DE"/>
          </a:p>
        </p:txBody>
      </p:sp>
    </p:spTree>
    <p:extLst>
      <p:ext uri="{BB962C8B-B14F-4D97-AF65-F5344CB8AC3E}">
        <p14:creationId xmlns:p14="http://schemas.microsoft.com/office/powerpoint/2010/main" val="4319496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DF63F-ECC9-3026-4BDE-5F7FE1556FFC}"/>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1511C35-AB22-699E-5E43-E8F38145EE34}"/>
              </a:ext>
            </a:extLst>
          </p:cNvPr>
          <p:cNvSpPr>
            <a:spLocks noGrp="1" noRot="1" noChangeAspect="1"/>
          </p:cNvSpPr>
          <p:nvPr>
            <p:ph type="sldImg"/>
          </p:nvPr>
        </p:nvSpPr>
        <p:spPr/>
        <p:txBody>
          <a:bodyPr/>
          <a:lstStyle/>
          <a:p>
            <a:endParaRPr lang="de-DE"/>
          </a:p>
        </p:txBody>
      </p:sp>
      <p:sp>
        <p:nvSpPr>
          <p:cNvPr id="3" name="Notizenplatzhalter 2">
            <a:extLst>
              <a:ext uri="{FF2B5EF4-FFF2-40B4-BE49-F238E27FC236}">
                <a16:creationId xmlns:a16="http://schemas.microsoft.com/office/drawing/2014/main" id="{9D54CA61-3FAD-3F27-2C6A-60AC63717F6B}"/>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CDAAE739-E990-6789-8BA9-1970BB3E2819}"/>
              </a:ext>
            </a:extLst>
          </p:cNvPr>
          <p:cNvSpPr>
            <a:spLocks noGrp="1"/>
          </p:cNvSpPr>
          <p:nvPr>
            <p:ph type="sldNum" sz="quarter" idx="5"/>
          </p:nvPr>
        </p:nvSpPr>
        <p:spPr/>
        <p:txBody>
          <a:bodyPr/>
          <a:lstStyle/>
          <a:p>
            <a:pPr rtl="0"/>
            <a:fld id="{BCFAAAB6-A2C6-4A85-A3A1-98EFBA61C967}" type="slidenum">
              <a:rPr lang="de-DE" smtClean="0"/>
              <a:t>10</a:t>
            </a:fld>
            <a:endParaRPr lang="de-DE"/>
          </a:p>
        </p:txBody>
      </p:sp>
    </p:spTree>
    <p:extLst>
      <p:ext uri="{BB962C8B-B14F-4D97-AF65-F5344CB8AC3E}">
        <p14:creationId xmlns:p14="http://schemas.microsoft.com/office/powerpoint/2010/main" val="40884323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rtl="0"/>
            <a:fld id="{BCFAAAB6-A2C6-4A85-A3A1-98EFBA61C967}" type="slidenum">
              <a:rPr lang="de-DE" smtClean="0"/>
              <a:t>14</a:t>
            </a:fld>
            <a:endParaRPr lang="de-DE"/>
          </a:p>
        </p:txBody>
      </p:sp>
    </p:spTree>
    <p:extLst>
      <p:ext uri="{BB962C8B-B14F-4D97-AF65-F5344CB8AC3E}">
        <p14:creationId xmlns:p14="http://schemas.microsoft.com/office/powerpoint/2010/main" val="6209228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rtl="0"/>
            <a:fld id="{BCFAAAB6-A2C6-4A85-A3A1-98EFBA61C967}" type="slidenum">
              <a:rPr lang="de-DE" smtClean="0"/>
              <a:t>15</a:t>
            </a:fld>
            <a:endParaRPr lang="de-DE"/>
          </a:p>
        </p:txBody>
      </p:sp>
    </p:spTree>
    <p:extLst>
      <p:ext uri="{BB962C8B-B14F-4D97-AF65-F5344CB8AC3E}">
        <p14:creationId xmlns:p14="http://schemas.microsoft.com/office/powerpoint/2010/main" val="33879683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rtl="0"/>
            <a:fld id="{BCFAAAB6-A2C6-4A85-A3A1-98EFBA61C967}" type="slidenum">
              <a:rPr lang="de-DE" smtClean="0"/>
              <a:t>16</a:t>
            </a:fld>
            <a:endParaRPr lang="de-DE"/>
          </a:p>
        </p:txBody>
      </p:sp>
    </p:spTree>
    <p:extLst>
      <p:ext uri="{BB962C8B-B14F-4D97-AF65-F5344CB8AC3E}">
        <p14:creationId xmlns:p14="http://schemas.microsoft.com/office/powerpoint/2010/main" val="11633103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rtl="0"/>
            <a:fld id="{BCFAAAB6-A2C6-4A85-A3A1-98EFBA61C967}" type="slidenum">
              <a:rPr lang="de-DE" smtClean="0"/>
              <a:t>17</a:t>
            </a:fld>
            <a:endParaRPr lang="de-DE"/>
          </a:p>
        </p:txBody>
      </p:sp>
    </p:spTree>
    <p:extLst>
      <p:ext uri="{BB962C8B-B14F-4D97-AF65-F5344CB8AC3E}">
        <p14:creationId xmlns:p14="http://schemas.microsoft.com/office/powerpoint/2010/main" val="22814714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rtl="0"/>
            <a:fld id="{BCFAAAB6-A2C6-4A85-A3A1-98EFBA61C967}" type="slidenum">
              <a:rPr lang="de-DE" smtClean="0"/>
              <a:t>18</a:t>
            </a:fld>
            <a:endParaRPr lang="de-DE"/>
          </a:p>
        </p:txBody>
      </p:sp>
    </p:spTree>
    <p:extLst>
      <p:ext uri="{BB962C8B-B14F-4D97-AF65-F5344CB8AC3E}">
        <p14:creationId xmlns:p14="http://schemas.microsoft.com/office/powerpoint/2010/main" val="2205288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rtl="0"/>
            <a:fld id="{BCFAAAB6-A2C6-4A85-A3A1-98EFBA61C967}" type="slidenum">
              <a:rPr lang="de-DE" smtClean="0"/>
              <a:t>20</a:t>
            </a:fld>
            <a:endParaRPr lang="de-DE"/>
          </a:p>
        </p:txBody>
      </p:sp>
    </p:spTree>
    <p:extLst>
      <p:ext uri="{BB962C8B-B14F-4D97-AF65-F5344CB8AC3E}">
        <p14:creationId xmlns:p14="http://schemas.microsoft.com/office/powerpoint/2010/main" val="3208493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rtl="0"/>
            <a:fld id="{BCFAAAB6-A2C6-4A85-A3A1-98EFBA61C967}" type="slidenum">
              <a:rPr lang="de-DE" smtClean="0"/>
              <a:t>21</a:t>
            </a:fld>
            <a:endParaRPr lang="de-DE"/>
          </a:p>
        </p:txBody>
      </p:sp>
    </p:spTree>
    <p:extLst>
      <p:ext uri="{BB962C8B-B14F-4D97-AF65-F5344CB8AC3E}">
        <p14:creationId xmlns:p14="http://schemas.microsoft.com/office/powerpoint/2010/main" val="2725348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useBgFill="1">
        <p:nvSpPr>
          <p:cNvPr id="7" name="Rechteck 6">
            <a:extLst>
              <a:ext uri="{FF2B5EF4-FFF2-40B4-BE49-F238E27FC236}">
                <a16:creationId xmlns:a16="http://schemas.microsoft.com/office/drawing/2014/main" id="{BC5C50C9-5CB7-4938-BEDF-DD2FC7529FA9}"/>
              </a:ext>
            </a:extLst>
          </p:cNvPr>
          <p:cNvSpPr/>
          <p:nvPr userDrawn="1"/>
        </p:nvSpPr>
        <p:spPr>
          <a:xfrm>
            <a:off x="1528762" y="1473243"/>
            <a:ext cx="9144000" cy="3007447"/>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el 1">
            <a:extLst>
              <a:ext uri="{FF2B5EF4-FFF2-40B4-BE49-F238E27FC236}">
                <a16:creationId xmlns:a16="http://schemas.microsoft.com/office/drawing/2014/main" id="{E0EB8136-4330-4480-80D9-0F6FD970617C}"/>
              </a:ext>
            </a:extLst>
          </p:cNvPr>
          <p:cNvSpPr>
            <a:spLocks noGrp="1"/>
          </p:cNvSpPr>
          <p:nvPr>
            <p:ph type="ctrTitle" hasCustomPrompt="1"/>
          </p:nvPr>
        </p:nvSpPr>
        <p:spPr>
          <a:xfrm>
            <a:off x="1801368" y="1664208"/>
            <a:ext cx="8586216" cy="2176272"/>
          </a:xfrm>
        </p:spPr>
        <p:txBody>
          <a:bodyPr rtlCol="0" anchor="ctr">
            <a:normAutofit/>
          </a:bodyPr>
          <a:lstStyle>
            <a:lvl1pPr algn="ctr">
              <a:defRPr sz="6600"/>
            </a:lvl1pPr>
          </a:lstStyle>
          <a:p>
            <a:pPr rtl="0"/>
            <a:r>
              <a:rPr lang="de-DE" noProof="0"/>
              <a:t>Titelmasterformat durch Klicken bearbeiten</a:t>
            </a:r>
          </a:p>
        </p:txBody>
      </p:sp>
      <p:sp>
        <p:nvSpPr>
          <p:cNvPr id="3" name="Untertitel 2">
            <a:extLst>
              <a:ext uri="{FF2B5EF4-FFF2-40B4-BE49-F238E27FC236}">
                <a16:creationId xmlns:a16="http://schemas.microsoft.com/office/drawing/2014/main" id="{566E5739-DD96-45FB-B609-3E3447A52FED}"/>
              </a:ext>
            </a:extLst>
          </p:cNvPr>
          <p:cNvSpPr>
            <a:spLocks noGrp="1"/>
          </p:cNvSpPr>
          <p:nvPr>
            <p:ph type="subTitle" idx="1" hasCustomPrompt="1"/>
          </p:nvPr>
        </p:nvSpPr>
        <p:spPr>
          <a:xfrm>
            <a:off x="2487168" y="4142232"/>
            <a:ext cx="7223760" cy="685800"/>
          </a:xfrm>
          <a:solidFill>
            <a:schemeClr val="accent1"/>
          </a:solidFill>
        </p:spPr>
        <p:txBody>
          <a:bodyPr rtlCol="0" anchor="ctr">
            <a:normAutofit/>
          </a:bodyPr>
          <a:lstStyle>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de-DE" noProof="0"/>
              <a:t>Formatvorlage des Untertitelmasters durch Klicken bearbeiten</a:t>
            </a:r>
          </a:p>
        </p:txBody>
      </p:sp>
    </p:spTree>
    <p:extLst>
      <p:ext uri="{BB962C8B-B14F-4D97-AF65-F5344CB8AC3E}">
        <p14:creationId xmlns:p14="http://schemas.microsoft.com/office/powerpoint/2010/main" val="2669640417"/>
      </p:ext>
    </p:extLst>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und Inhalt mit Bilder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8D358CF-0758-490A-A084-C46443B9ABE8}"/>
              </a:ext>
            </a:extLst>
          </p:cNvPr>
          <p:cNvSpPr>
            <a:spLocks noGrp="1"/>
          </p:cNvSpPr>
          <p:nvPr>
            <p:ph type="title" hasCustomPrompt="1"/>
          </p:nvPr>
        </p:nvSpPr>
        <p:spPr>
          <a:xfrm>
            <a:off x="5084064" y="1078992"/>
            <a:ext cx="6272784" cy="1536192"/>
          </a:xfrm>
        </p:spPr>
        <p:txBody>
          <a:bodyPr rtlCol="0" anchor="b">
            <a:normAutofit/>
          </a:bodyPr>
          <a:lstStyle>
            <a:lvl1pPr>
              <a:defRPr sz="5200"/>
            </a:lvl1pPr>
          </a:lstStyle>
          <a:p>
            <a:pPr rtl="0"/>
            <a:r>
              <a:rPr lang="de-DE" noProof="0"/>
              <a:t>Titelmasterformat durch Klicken bearbeiten</a:t>
            </a:r>
          </a:p>
        </p:txBody>
      </p:sp>
      <p:sp>
        <p:nvSpPr>
          <p:cNvPr id="3" name="Inhaltsplatzhalter 2">
            <a:extLst>
              <a:ext uri="{FF2B5EF4-FFF2-40B4-BE49-F238E27FC236}">
                <a16:creationId xmlns:a16="http://schemas.microsoft.com/office/drawing/2014/main" id="{21671183-B3CE-4F45-92FB-98290CA0E2CA}"/>
              </a:ext>
            </a:extLst>
          </p:cNvPr>
          <p:cNvSpPr>
            <a:spLocks noGrp="1"/>
          </p:cNvSpPr>
          <p:nvPr>
            <p:ph idx="1" hasCustomPrompt="1"/>
          </p:nvPr>
        </p:nvSpPr>
        <p:spPr>
          <a:xfrm>
            <a:off x="5084064" y="3355848"/>
            <a:ext cx="6272784" cy="2825496"/>
          </a:xfrm>
        </p:spPr>
        <p:txBody>
          <a:bodyPr rtlCol="0"/>
          <a:lstStyle>
            <a:lvl1pPr>
              <a:buNone/>
              <a:defRPr sz="1800"/>
            </a:lvl1pPr>
          </a:lstStyle>
          <a:p>
            <a:pPr lvl="0" rtl="0"/>
            <a:r>
              <a:rPr lang="de-DE" noProof="0"/>
              <a:t>Textmasterformat durch Klicken bearbeiten</a:t>
            </a:r>
          </a:p>
        </p:txBody>
      </p:sp>
      <p:sp>
        <p:nvSpPr>
          <p:cNvPr id="4" name="Datumsplatzhalter 3">
            <a:extLst>
              <a:ext uri="{FF2B5EF4-FFF2-40B4-BE49-F238E27FC236}">
                <a16:creationId xmlns:a16="http://schemas.microsoft.com/office/drawing/2014/main" id="{3D7DED67-27EC-4D43-A21C-093C1DB04813}"/>
              </a:ext>
            </a:extLst>
          </p:cNvPr>
          <p:cNvSpPr>
            <a:spLocks noGrp="1"/>
          </p:cNvSpPr>
          <p:nvPr>
            <p:ph type="dt" sz="half" idx="10"/>
          </p:nvPr>
        </p:nvSpPr>
        <p:spPr>
          <a:xfrm>
            <a:off x="905256" y="6356350"/>
            <a:ext cx="2743200" cy="365125"/>
          </a:xfrm>
        </p:spPr>
        <p:txBody>
          <a:bodyPr rtlCol="0"/>
          <a:lstStyle/>
          <a:p>
            <a:pPr rtl="0"/>
            <a:r>
              <a:rPr lang="de-DE" noProof="0"/>
              <a:t>04.09.20XX</a:t>
            </a:r>
          </a:p>
        </p:txBody>
      </p:sp>
      <p:sp>
        <p:nvSpPr>
          <p:cNvPr id="5" name="Fußzeilenplatzhalter 4">
            <a:extLst>
              <a:ext uri="{FF2B5EF4-FFF2-40B4-BE49-F238E27FC236}">
                <a16:creationId xmlns:a16="http://schemas.microsoft.com/office/drawing/2014/main" id="{36747CE3-4890-4BC1-94DB-5D49D02C9933}"/>
              </a:ext>
            </a:extLst>
          </p:cNvPr>
          <p:cNvSpPr>
            <a:spLocks noGrp="1"/>
          </p:cNvSpPr>
          <p:nvPr>
            <p:ph type="ftr" sz="quarter" idx="11"/>
          </p:nvPr>
        </p:nvSpPr>
        <p:spPr>
          <a:xfrm>
            <a:off x="4041648" y="6356350"/>
            <a:ext cx="4114800" cy="365125"/>
          </a:xfrm>
        </p:spPr>
        <p:txBody>
          <a:bodyPr rtlCol="0"/>
          <a:lstStyle/>
          <a:p>
            <a:pPr rtl="0"/>
            <a:r>
              <a:rPr lang="de-DE" noProof="0"/>
              <a:t>Präsentationstitel</a:t>
            </a:r>
          </a:p>
        </p:txBody>
      </p:sp>
      <p:sp>
        <p:nvSpPr>
          <p:cNvPr id="6" name="Foliennummernplatzhalt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rtlCol="0"/>
          <a:lstStyle/>
          <a:p>
            <a:pPr rtl="0"/>
            <a:fld id="{A65A5C87-DF58-40C8-B092-1DE63DB4547E}" type="slidenum">
              <a:rPr lang="de-DE" noProof="0" smtClean="0"/>
              <a:t>‹Nr.›</a:t>
            </a:fld>
            <a:endParaRPr lang="de-DE" noProof="0"/>
          </a:p>
        </p:txBody>
      </p:sp>
      <p:sp>
        <p:nvSpPr>
          <p:cNvPr id="7" name="Rechteck 6">
            <a:extLst>
              <a:ext uri="{FF2B5EF4-FFF2-40B4-BE49-F238E27FC236}">
                <a16:creationId xmlns:a16="http://schemas.microsoft.com/office/drawing/2014/main" id="{C3EEEC07-DA87-4415-8D6B-72E1B2686535}"/>
              </a:ext>
            </a:extLst>
          </p:cNvPr>
          <p:cNvSpPr/>
          <p:nvPr userDrawn="1"/>
        </p:nvSpPr>
        <p:spPr>
          <a:xfrm rot="5400000">
            <a:off x="5317960"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hteck 8">
            <a:extLst>
              <a:ext uri="{FF2B5EF4-FFF2-40B4-BE49-F238E27FC236}">
                <a16:creationId xmlns:a16="http://schemas.microsoft.com/office/drawing/2014/main" id="{3CC47E32-D289-4A1B-A3C7-A355CD5572E8}"/>
              </a:ext>
            </a:extLst>
          </p:cNvPr>
          <p:cNvSpPr/>
          <p:nvPr userDrawn="1"/>
        </p:nvSpPr>
        <p:spPr>
          <a:xfrm>
            <a:off x="5099266"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Bildplatzhalter 14">
            <a:extLst>
              <a:ext uri="{FF2B5EF4-FFF2-40B4-BE49-F238E27FC236}">
                <a16:creationId xmlns:a16="http://schemas.microsoft.com/office/drawing/2014/main" id="{D9F91D62-7A39-4697-A73D-908DBA590EFB}"/>
              </a:ext>
            </a:extLst>
          </p:cNvPr>
          <p:cNvSpPr>
            <a:spLocks noGrp="1"/>
          </p:cNvSpPr>
          <p:nvPr>
            <p:ph type="pic" sz="quarter" idx="13"/>
          </p:nvPr>
        </p:nvSpPr>
        <p:spPr>
          <a:xfrm>
            <a:off x="457200" y="603504"/>
            <a:ext cx="4050792" cy="5577840"/>
          </a:xfrm>
        </p:spPr>
        <p:txBody>
          <a:bodyPr rtlCol="0" anchor="ctr"/>
          <a:lstStyle>
            <a:lvl1pPr algn="ctr">
              <a:buNone/>
              <a:defRPr/>
            </a:lvl1pPr>
          </a:lstStyle>
          <a:p>
            <a:pPr rtl="0"/>
            <a:r>
              <a:rPr lang="de-DE" noProof="0"/>
              <a:t>Bild durch Klicken auf Symbol hinzufügen</a:t>
            </a:r>
          </a:p>
        </p:txBody>
      </p:sp>
    </p:spTree>
    <p:extLst>
      <p:ext uri="{BB962C8B-B14F-4D97-AF65-F5344CB8AC3E}">
        <p14:creationId xmlns:p14="http://schemas.microsoft.com/office/powerpoint/2010/main" val="3812587531"/>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mit 2 Bilder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8D358CF-0758-490A-A084-C46443B9ABE8}"/>
              </a:ext>
            </a:extLst>
          </p:cNvPr>
          <p:cNvSpPr>
            <a:spLocks noGrp="1"/>
          </p:cNvSpPr>
          <p:nvPr>
            <p:ph type="title" hasCustomPrompt="1"/>
          </p:nvPr>
        </p:nvSpPr>
        <p:spPr>
          <a:xfrm>
            <a:off x="612648" y="1078992"/>
            <a:ext cx="6272784" cy="1536192"/>
          </a:xfrm>
        </p:spPr>
        <p:txBody>
          <a:bodyPr rtlCol="0" anchor="b">
            <a:normAutofit/>
          </a:bodyPr>
          <a:lstStyle>
            <a:lvl1pPr>
              <a:defRPr sz="5200"/>
            </a:lvl1pPr>
          </a:lstStyle>
          <a:p>
            <a:pPr rtl="0"/>
            <a:r>
              <a:rPr lang="de-DE" noProof="0"/>
              <a:t>Titelmasterformat durch Klicken bearbeiten</a:t>
            </a:r>
          </a:p>
        </p:txBody>
      </p:sp>
      <p:sp>
        <p:nvSpPr>
          <p:cNvPr id="3" name="Inhaltsplatzhalter 2">
            <a:extLst>
              <a:ext uri="{FF2B5EF4-FFF2-40B4-BE49-F238E27FC236}">
                <a16:creationId xmlns:a16="http://schemas.microsoft.com/office/drawing/2014/main" id="{21671183-B3CE-4F45-92FB-98290CA0E2CA}"/>
              </a:ext>
            </a:extLst>
          </p:cNvPr>
          <p:cNvSpPr>
            <a:spLocks noGrp="1"/>
          </p:cNvSpPr>
          <p:nvPr>
            <p:ph idx="1" hasCustomPrompt="1"/>
          </p:nvPr>
        </p:nvSpPr>
        <p:spPr>
          <a:xfrm>
            <a:off x="612648" y="3355848"/>
            <a:ext cx="6272784" cy="2825496"/>
          </a:xfrm>
        </p:spPr>
        <p:txBody>
          <a:bodyPr rtlCol="0"/>
          <a:lstStyle>
            <a:lvl1pPr marL="0" indent="0">
              <a:buNone/>
              <a:defRPr sz="1800"/>
            </a:lvl1pPr>
          </a:lstStyle>
          <a:p>
            <a:pPr lvl="0" rtl="0"/>
            <a:r>
              <a:rPr lang="de-DE" noProof="0"/>
              <a:t>Textmasterformat durch Klicken bearbeiten</a:t>
            </a:r>
          </a:p>
        </p:txBody>
      </p:sp>
      <p:sp>
        <p:nvSpPr>
          <p:cNvPr id="6" name="Foliennummernplatzhalter 5">
            <a:extLst>
              <a:ext uri="{FF2B5EF4-FFF2-40B4-BE49-F238E27FC236}">
                <a16:creationId xmlns:a16="http://schemas.microsoft.com/office/drawing/2014/main" id="{093C5AD3-D79A-4D46-B25B-822FE0252511}"/>
              </a:ext>
            </a:extLst>
          </p:cNvPr>
          <p:cNvSpPr>
            <a:spLocks noGrp="1"/>
          </p:cNvSpPr>
          <p:nvPr>
            <p:ph type="sldNum" sz="quarter" idx="12"/>
          </p:nvPr>
        </p:nvSpPr>
        <p:spPr>
          <a:xfrm>
            <a:off x="5605272" y="6356350"/>
            <a:ext cx="1280160" cy="365125"/>
          </a:xfrm>
        </p:spPr>
        <p:txBody>
          <a:bodyPr rtlCol="0"/>
          <a:lstStyle/>
          <a:p>
            <a:pPr rtl="0"/>
            <a:fld id="{A65A5C87-DF58-40C8-B092-1DE63DB4547E}" type="slidenum">
              <a:rPr lang="de-DE" noProof="0" smtClean="0"/>
              <a:t>‹Nr.›</a:t>
            </a:fld>
            <a:endParaRPr lang="de-DE" noProof="0"/>
          </a:p>
        </p:txBody>
      </p:sp>
      <p:sp>
        <p:nvSpPr>
          <p:cNvPr id="7" name="Rechteck 6">
            <a:extLst>
              <a:ext uri="{FF2B5EF4-FFF2-40B4-BE49-F238E27FC236}">
                <a16:creationId xmlns:a16="http://schemas.microsoft.com/office/drawing/2014/main" id="{C3EEEC07-DA87-4415-8D6B-72E1B2686535}"/>
              </a:ext>
            </a:extLst>
          </p:cNvPr>
          <p:cNvSpPr/>
          <p:nvPr userDrawn="1"/>
        </p:nvSpPr>
        <p:spPr>
          <a:xfrm rot="5400000">
            <a:off x="850392" y="365760"/>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Bildplatzhalter 14">
            <a:extLst>
              <a:ext uri="{FF2B5EF4-FFF2-40B4-BE49-F238E27FC236}">
                <a16:creationId xmlns:a16="http://schemas.microsoft.com/office/drawing/2014/main" id="{D9F91D62-7A39-4697-A73D-908DBA590EFB}"/>
              </a:ext>
            </a:extLst>
          </p:cNvPr>
          <p:cNvSpPr>
            <a:spLocks noGrp="1"/>
          </p:cNvSpPr>
          <p:nvPr>
            <p:ph type="pic" sz="quarter" idx="13"/>
          </p:nvPr>
        </p:nvSpPr>
        <p:spPr>
          <a:xfrm>
            <a:off x="7680960" y="4352544"/>
            <a:ext cx="4507992" cy="2505456"/>
          </a:xfrm>
        </p:spPr>
        <p:txBody>
          <a:bodyPr rtlCol="0" anchor="ctr"/>
          <a:lstStyle>
            <a:lvl1pPr algn="ctr">
              <a:buNone/>
              <a:defRPr/>
            </a:lvl1pPr>
          </a:lstStyle>
          <a:p>
            <a:pPr rtl="0"/>
            <a:r>
              <a:rPr lang="de-DE" noProof="0"/>
              <a:t>Bild durch Klicken auf Symbol hinzufügen</a:t>
            </a:r>
          </a:p>
        </p:txBody>
      </p:sp>
      <p:sp>
        <p:nvSpPr>
          <p:cNvPr id="10" name="Bildplatzhalter 14">
            <a:extLst>
              <a:ext uri="{FF2B5EF4-FFF2-40B4-BE49-F238E27FC236}">
                <a16:creationId xmlns:a16="http://schemas.microsoft.com/office/drawing/2014/main" id="{687A7A61-F904-44E0-837C-FB357932BC1E}"/>
              </a:ext>
            </a:extLst>
          </p:cNvPr>
          <p:cNvSpPr>
            <a:spLocks noGrp="1"/>
          </p:cNvSpPr>
          <p:nvPr>
            <p:ph type="pic" sz="quarter" idx="14"/>
          </p:nvPr>
        </p:nvSpPr>
        <p:spPr>
          <a:xfrm>
            <a:off x="7680960" y="0"/>
            <a:ext cx="4507992" cy="4123944"/>
          </a:xfrm>
        </p:spPr>
        <p:txBody>
          <a:bodyPr rtlCol="0" anchor="ctr"/>
          <a:lstStyle>
            <a:lvl1pPr algn="ctr">
              <a:buNone/>
              <a:defRPr/>
            </a:lvl1pPr>
          </a:lstStyle>
          <a:p>
            <a:pPr rtl="0"/>
            <a:r>
              <a:rPr lang="de-DE" noProof="0"/>
              <a:t>Bild durch Klicken auf Symbol hinzufügen</a:t>
            </a:r>
          </a:p>
        </p:txBody>
      </p:sp>
      <p:sp>
        <p:nvSpPr>
          <p:cNvPr id="8" name="Rechteck 7">
            <a:extLst>
              <a:ext uri="{FF2B5EF4-FFF2-40B4-BE49-F238E27FC236}">
                <a16:creationId xmlns:a16="http://schemas.microsoft.com/office/drawing/2014/main" id="{EEFA3CC7-31ED-4E5A-87A6-AA1D8F4251FC}"/>
              </a:ext>
            </a:extLst>
          </p:cNvPr>
          <p:cNvSpPr/>
          <p:nvPr userDrawn="1"/>
        </p:nvSpPr>
        <p:spPr>
          <a:xfrm>
            <a:off x="621792"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178724"/>
      </p:ext>
    </p:extLst>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useBgFill="1">
        <p:nvSpPr>
          <p:cNvPr id="7" name="Rechteck 6">
            <a:extLst>
              <a:ext uri="{FF2B5EF4-FFF2-40B4-BE49-F238E27FC236}">
                <a16:creationId xmlns:a16="http://schemas.microsoft.com/office/drawing/2014/main" id="{B541A812-4D3F-4D65-BA64-BA64E37F2C1D}"/>
              </a:ext>
            </a:extLst>
          </p:cNvPr>
          <p:cNvSpPr/>
          <p:nvPr userDrawn="1"/>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el 1">
            <a:extLst>
              <a:ext uri="{FF2B5EF4-FFF2-40B4-BE49-F238E27FC236}">
                <a16:creationId xmlns:a16="http://schemas.microsoft.com/office/drawing/2014/main" id="{B8E44900-E8BF-4B12-8BCB-41076E2B68C7}"/>
              </a:ext>
            </a:extLst>
          </p:cNvPr>
          <p:cNvSpPr>
            <a:spLocks noGrp="1"/>
          </p:cNvSpPr>
          <p:nvPr>
            <p:ph type="title" hasCustomPrompt="1"/>
          </p:nvPr>
        </p:nvSpPr>
        <p:spPr>
          <a:xfrm>
            <a:off x="1078992" y="1938528"/>
            <a:ext cx="7013448" cy="2990088"/>
          </a:xfrm>
        </p:spPr>
        <p:txBody>
          <a:bodyPr rtlCol="0" anchor="ctr">
            <a:normAutofit/>
          </a:bodyPr>
          <a:lstStyle>
            <a:lvl1pPr>
              <a:defRPr sz="5400"/>
            </a:lvl1pPr>
          </a:lstStyle>
          <a:p>
            <a:pPr rtl="0"/>
            <a:r>
              <a:rPr lang="de-DE" noProof="0"/>
              <a:t>Titelmasterformat durch Klicken bearbeiten</a:t>
            </a:r>
          </a:p>
        </p:txBody>
      </p:sp>
      <p:sp>
        <p:nvSpPr>
          <p:cNvPr id="3" name="Textplatzhalter 2">
            <a:extLst>
              <a:ext uri="{FF2B5EF4-FFF2-40B4-BE49-F238E27FC236}">
                <a16:creationId xmlns:a16="http://schemas.microsoft.com/office/drawing/2014/main" id="{917741F9-B00F-4463-A257-6B66DABD9B4E}"/>
              </a:ext>
            </a:extLst>
          </p:cNvPr>
          <p:cNvSpPr>
            <a:spLocks noGrp="1"/>
          </p:cNvSpPr>
          <p:nvPr>
            <p:ph type="body" idx="1" hasCustomPrompt="1"/>
          </p:nvPr>
        </p:nvSpPr>
        <p:spPr>
          <a:xfrm>
            <a:off x="8613648" y="1938528"/>
            <a:ext cx="2688336" cy="2990088"/>
          </a:xfrm>
          <a:solidFill>
            <a:schemeClr val="accent1"/>
          </a:solidFill>
        </p:spPr>
        <p:txBody>
          <a:bodyPr rtlCol="0" anchor="ctr">
            <a:normAutofit/>
          </a:bodyPr>
          <a:lstStyle>
            <a:lvl1pPr marL="0" indent="0">
              <a:buNone/>
              <a:defRPr sz="2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de-DE" noProof="0"/>
              <a:t>Textmasterformat durch Klicken bearbeiten</a:t>
            </a:r>
          </a:p>
        </p:txBody>
      </p:sp>
      <p:sp>
        <p:nvSpPr>
          <p:cNvPr id="12" name="Rechteck 11">
            <a:extLst>
              <a:ext uri="{FF2B5EF4-FFF2-40B4-BE49-F238E27FC236}">
                <a16:creationId xmlns:a16="http://schemas.microsoft.com/office/drawing/2014/main" id="{5716BBE9-8A9C-450B-A235-677945C7ED44}"/>
              </a:ext>
            </a:extLst>
          </p:cNvPr>
          <p:cNvSpPr/>
          <p:nvPr userDrawn="1"/>
        </p:nvSpPr>
        <p:spPr>
          <a:xfrm>
            <a:off x="609084" y="2965074"/>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hteck 13">
            <a:extLst>
              <a:ext uri="{FF2B5EF4-FFF2-40B4-BE49-F238E27FC236}">
                <a16:creationId xmlns:a16="http://schemas.microsoft.com/office/drawing/2014/main" id="{9855E7BF-3629-4C02-98DF-CFC1C93CE036}"/>
              </a:ext>
            </a:extLst>
          </p:cNvPr>
          <p:cNvSpPr/>
          <p:nvPr userDrawn="1"/>
        </p:nvSpPr>
        <p:spPr>
          <a:xfrm rot="5400000">
            <a:off x="7360539" y="3424428"/>
            <a:ext cx="2103120"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3540014"/>
      </p:ext>
    </p:extLst>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useBgFill="1">
        <p:nvSpPr>
          <p:cNvPr id="8" name="Rechteck 7">
            <a:extLst>
              <a:ext uri="{FF2B5EF4-FFF2-40B4-BE49-F238E27FC236}">
                <a16:creationId xmlns:a16="http://schemas.microsoft.com/office/drawing/2014/main" id="{2D6FBB9D-1CAA-4D05-AB33-BABDFE17B843}"/>
              </a:ext>
            </a:extLst>
          </p:cNvPr>
          <p:cNvSpPr/>
          <p:nvPr userDrawn="1"/>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hteck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el 1">
            <a:extLst>
              <a:ext uri="{FF2B5EF4-FFF2-40B4-BE49-F238E27FC236}">
                <a16:creationId xmlns:a16="http://schemas.microsoft.com/office/drawing/2014/main" id="{48D358CF-0758-490A-A084-C46443B9ABE8}"/>
              </a:ext>
            </a:extLst>
          </p:cNvPr>
          <p:cNvSpPr>
            <a:spLocks noGrp="1"/>
          </p:cNvSpPr>
          <p:nvPr>
            <p:ph type="title" hasCustomPrompt="1"/>
          </p:nvPr>
        </p:nvSpPr>
        <p:spPr>
          <a:xfrm>
            <a:off x="1115568" y="548640"/>
            <a:ext cx="10168128" cy="1179576"/>
          </a:xfrm>
        </p:spPr>
        <p:txBody>
          <a:bodyPr rtlCol="0">
            <a:normAutofit/>
          </a:bodyPr>
          <a:lstStyle>
            <a:lvl1pPr>
              <a:defRPr sz="4000"/>
            </a:lvl1pPr>
          </a:lstStyle>
          <a:p>
            <a:pPr rtl="0"/>
            <a:r>
              <a:rPr lang="de-DE" noProof="0"/>
              <a:t>Titelmasterformat durch Klicken bearbeiten</a:t>
            </a:r>
          </a:p>
        </p:txBody>
      </p:sp>
      <p:sp>
        <p:nvSpPr>
          <p:cNvPr id="3" name="Inhaltsplatzhalter 2">
            <a:extLst>
              <a:ext uri="{FF2B5EF4-FFF2-40B4-BE49-F238E27FC236}">
                <a16:creationId xmlns:a16="http://schemas.microsoft.com/office/drawing/2014/main" id="{21671183-B3CE-4F45-92FB-98290CA0E2CA}"/>
              </a:ext>
            </a:extLst>
          </p:cNvPr>
          <p:cNvSpPr>
            <a:spLocks noGrp="1"/>
          </p:cNvSpPr>
          <p:nvPr>
            <p:ph idx="1" hasCustomPrompt="1"/>
          </p:nvPr>
        </p:nvSpPr>
        <p:spPr>
          <a:xfrm>
            <a:off x="1115568" y="2478024"/>
            <a:ext cx="10168128" cy="3694176"/>
          </a:xfrm>
        </p:spPr>
        <p:txBody>
          <a:bodyPr rtlCol="0"/>
          <a:lstStyle/>
          <a:p>
            <a:pPr lvl="0" rtl="0"/>
            <a:r>
              <a:rPr lang="de-DE" noProof="0"/>
              <a:t>Textmasterformate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4" name="Datumsplatzhalter 3">
            <a:extLst>
              <a:ext uri="{FF2B5EF4-FFF2-40B4-BE49-F238E27FC236}">
                <a16:creationId xmlns:a16="http://schemas.microsoft.com/office/drawing/2014/main" id="{3D7DED67-27EC-4D43-A21C-093C1DB04813}"/>
              </a:ext>
            </a:extLst>
          </p:cNvPr>
          <p:cNvSpPr>
            <a:spLocks noGrp="1"/>
          </p:cNvSpPr>
          <p:nvPr>
            <p:ph type="dt" sz="half" idx="10"/>
          </p:nvPr>
        </p:nvSpPr>
        <p:spPr>
          <a:xfrm>
            <a:off x="1101852" y="6356350"/>
            <a:ext cx="2743200" cy="365125"/>
          </a:xfrm>
        </p:spPr>
        <p:txBody>
          <a:bodyPr rtlCol="0"/>
          <a:lstStyle/>
          <a:p>
            <a:pPr rtl="0"/>
            <a:r>
              <a:rPr lang="de-DE" noProof="0"/>
              <a:t>04.09.20XX</a:t>
            </a:r>
          </a:p>
        </p:txBody>
      </p:sp>
      <p:sp>
        <p:nvSpPr>
          <p:cNvPr id="5" name="Fußzeilenplatzhalt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rtlCol="0"/>
          <a:lstStyle/>
          <a:p>
            <a:pPr rtl="0"/>
            <a:r>
              <a:rPr lang="de-DE" noProof="0"/>
              <a:t>Präsentationstitel</a:t>
            </a:r>
          </a:p>
        </p:txBody>
      </p:sp>
      <p:sp>
        <p:nvSpPr>
          <p:cNvPr id="6" name="Foliennummernplatzhalt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rtlCol="0"/>
          <a:lstStyle/>
          <a:p>
            <a:pPr rtl="0"/>
            <a:fld id="{A65A5C87-DF58-40C8-B092-1DE63DB4547E}" type="slidenum">
              <a:rPr lang="de-DE" noProof="0" smtClean="0"/>
              <a:t>‹Nr.›</a:t>
            </a:fld>
            <a:endParaRPr lang="de-DE" noProof="0"/>
          </a:p>
        </p:txBody>
      </p:sp>
    </p:spTree>
    <p:extLst>
      <p:ext uri="{BB962C8B-B14F-4D97-AF65-F5344CB8AC3E}">
        <p14:creationId xmlns:p14="http://schemas.microsoft.com/office/powerpoint/2010/main" val="3393869730"/>
      </p:ext>
    </p:extLst>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Zita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8E44900-E8BF-4B12-8BCB-41076E2B68C7}"/>
              </a:ext>
            </a:extLst>
          </p:cNvPr>
          <p:cNvSpPr>
            <a:spLocks noGrp="1"/>
          </p:cNvSpPr>
          <p:nvPr>
            <p:ph type="title" hasCustomPrompt="1"/>
          </p:nvPr>
        </p:nvSpPr>
        <p:spPr>
          <a:xfrm>
            <a:off x="557784" y="640080"/>
            <a:ext cx="10890504" cy="4114800"/>
          </a:xfrm>
        </p:spPr>
        <p:txBody>
          <a:bodyPr rtlCol="0" anchor="ctr">
            <a:normAutofit/>
          </a:bodyPr>
          <a:lstStyle>
            <a:lvl1pPr algn="ctr">
              <a:defRPr sz="4800"/>
            </a:lvl1pPr>
          </a:lstStyle>
          <a:p>
            <a:pPr rtl="0"/>
            <a:r>
              <a:rPr lang="de-DE" noProof="0"/>
              <a:t>Titelmasterformat durch Klicken bearbeiten</a:t>
            </a:r>
          </a:p>
        </p:txBody>
      </p:sp>
      <p:sp useBgFill="1">
        <p:nvSpPr>
          <p:cNvPr id="4" name="Rechteck 3">
            <a:extLst>
              <a:ext uri="{FF2B5EF4-FFF2-40B4-BE49-F238E27FC236}">
                <a16:creationId xmlns:a16="http://schemas.microsoft.com/office/drawing/2014/main" id="{673635DF-99E4-4A0C-A272-D9FF87695DE7}"/>
              </a:ext>
            </a:extLst>
          </p:cNvPr>
          <p:cNvSpPr/>
          <p:nvPr userDrawn="1"/>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Rechteck 4">
            <a:extLst>
              <a:ext uri="{FF2B5EF4-FFF2-40B4-BE49-F238E27FC236}">
                <a16:creationId xmlns:a16="http://schemas.microsoft.com/office/drawing/2014/main" id="{5590C76F-6331-4485-AA5B-D61483481F68}"/>
              </a:ext>
            </a:extLst>
          </p:cNvPr>
          <p:cNvSpPr/>
          <p:nvPr userDrawn="1"/>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platzhalter 2">
            <a:extLst>
              <a:ext uri="{FF2B5EF4-FFF2-40B4-BE49-F238E27FC236}">
                <a16:creationId xmlns:a16="http://schemas.microsoft.com/office/drawing/2014/main" id="{917741F9-B00F-4463-A257-6B66DABD9B4E}"/>
              </a:ext>
            </a:extLst>
          </p:cNvPr>
          <p:cNvSpPr>
            <a:spLocks noGrp="1"/>
          </p:cNvSpPr>
          <p:nvPr>
            <p:ph type="body" idx="1" hasCustomPrompt="1"/>
          </p:nvPr>
        </p:nvSpPr>
        <p:spPr>
          <a:xfrm>
            <a:off x="841248" y="5102352"/>
            <a:ext cx="10607040" cy="585216"/>
          </a:xfrm>
          <a:solidFill>
            <a:schemeClr val="accent1"/>
          </a:solidFill>
        </p:spPr>
        <p:txBody>
          <a:bodyPr rtlCol="0" anchor="ctr">
            <a:normAutofit/>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de-DE" noProof="0"/>
              <a:t>Textmasterformat durch Klicken bearbeiten</a:t>
            </a:r>
          </a:p>
        </p:txBody>
      </p:sp>
      <p:sp>
        <p:nvSpPr>
          <p:cNvPr id="6" name="Datumsplatzhalter 5">
            <a:extLst>
              <a:ext uri="{FF2B5EF4-FFF2-40B4-BE49-F238E27FC236}">
                <a16:creationId xmlns:a16="http://schemas.microsoft.com/office/drawing/2014/main" id="{ECB2BA4C-9ADA-41DB-B758-9E3CFECDF528}"/>
              </a:ext>
            </a:extLst>
          </p:cNvPr>
          <p:cNvSpPr>
            <a:spLocks noGrp="1"/>
          </p:cNvSpPr>
          <p:nvPr>
            <p:ph type="dt" sz="half" idx="10"/>
          </p:nvPr>
        </p:nvSpPr>
        <p:spPr>
          <a:xfrm>
            <a:off x="905256" y="6356350"/>
            <a:ext cx="2743200" cy="365125"/>
          </a:xfrm>
        </p:spPr>
        <p:txBody>
          <a:bodyPr rtlCol="0"/>
          <a:lstStyle/>
          <a:p>
            <a:pPr rtl="0"/>
            <a:r>
              <a:rPr lang="de-DE" noProof="0"/>
              <a:t>04.09.20XX</a:t>
            </a:r>
          </a:p>
        </p:txBody>
      </p:sp>
      <p:sp>
        <p:nvSpPr>
          <p:cNvPr id="10" name="Fußzeilenplatzhalter 9">
            <a:extLst>
              <a:ext uri="{FF2B5EF4-FFF2-40B4-BE49-F238E27FC236}">
                <a16:creationId xmlns:a16="http://schemas.microsoft.com/office/drawing/2014/main" id="{20957ADB-410A-48BE-AA95-3A708314B02A}"/>
              </a:ext>
            </a:extLst>
          </p:cNvPr>
          <p:cNvSpPr>
            <a:spLocks noGrp="1"/>
          </p:cNvSpPr>
          <p:nvPr>
            <p:ph type="ftr" sz="quarter" idx="11"/>
          </p:nvPr>
        </p:nvSpPr>
        <p:spPr/>
        <p:txBody>
          <a:bodyPr rtlCol="0"/>
          <a:lstStyle/>
          <a:p>
            <a:pPr rtl="0"/>
            <a:r>
              <a:rPr lang="de-DE" noProof="0"/>
              <a:t>Präsentationstitel</a:t>
            </a:r>
          </a:p>
        </p:txBody>
      </p:sp>
      <p:sp>
        <p:nvSpPr>
          <p:cNvPr id="11" name="Foliennummernplatzhalter 10">
            <a:extLst>
              <a:ext uri="{FF2B5EF4-FFF2-40B4-BE49-F238E27FC236}">
                <a16:creationId xmlns:a16="http://schemas.microsoft.com/office/drawing/2014/main" id="{5112591B-8032-4FDF-9B26-8F505642C5C2}"/>
              </a:ext>
            </a:extLst>
          </p:cNvPr>
          <p:cNvSpPr>
            <a:spLocks noGrp="1"/>
          </p:cNvSpPr>
          <p:nvPr>
            <p:ph type="sldNum" sz="quarter" idx="12"/>
          </p:nvPr>
        </p:nvSpPr>
        <p:spPr>
          <a:xfrm>
            <a:off x="8540496" y="6356350"/>
            <a:ext cx="2743200" cy="365125"/>
          </a:xfrm>
        </p:spPr>
        <p:txBody>
          <a:bodyPr rtlCol="0"/>
          <a:lstStyle/>
          <a:p>
            <a:pPr rtl="0"/>
            <a:fld id="{A65A5C87-DF58-40C8-B092-1DE63DB4547E}" type="slidenum">
              <a:rPr lang="de-DE" noProof="0" smtClean="0"/>
              <a:t>‹Nr.›</a:t>
            </a:fld>
            <a:endParaRPr lang="de-DE" noProof="0"/>
          </a:p>
        </p:txBody>
      </p:sp>
    </p:spTree>
    <p:extLst>
      <p:ext uri="{BB962C8B-B14F-4D97-AF65-F5344CB8AC3E}">
        <p14:creationId xmlns:p14="http://schemas.microsoft.com/office/powerpoint/2010/main" val="4244522160"/>
      </p:ext>
    </p:extLst>
  </p:cSld>
  <p:clrMapOvr>
    <a:masterClrMapping/>
  </p:clrMapOvr>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useBgFill="1">
        <p:nvSpPr>
          <p:cNvPr id="9" name="Rechteck 8">
            <a:extLst>
              <a:ext uri="{FF2B5EF4-FFF2-40B4-BE49-F238E27FC236}">
                <a16:creationId xmlns:a16="http://schemas.microsoft.com/office/drawing/2014/main" id="{342F4163-FF9F-453F-99BB-82B8FDB0A1F9}"/>
              </a:ext>
            </a:extLst>
          </p:cNvPr>
          <p:cNvSpPr/>
          <p:nvPr userDrawn="1"/>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Bildplatzhalter 14">
            <a:extLst>
              <a:ext uri="{FF2B5EF4-FFF2-40B4-BE49-F238E27FC236}">
                <a16:creationId xmlns:a16="http://schemas.microsoft.com/office/drawing/2014/main" id="{D9F91D62-7A39-4697-A73D-908DBA590EFB}"/>
              </a:ext>
            </a:extLst>
          </p:cNvPr>
          <p:cNvSpPr>
            <a:spLocks noGrp="1"/>
          </p:cNvSpPr>
          <p:nvPr>
            <p:ph type="pic" sz="quarter" idx="13"/>
          </p:nvPr>
        </p:nvSpPr>
        <p:spPr>
          <a:xfrm>
            <a:off x="5422392" y="2798064"/>
            <a:ext cx="1463040" cy="1481328"/>
          </a:xfrm>
        </p:spPr>
        <p:txBody>
          <a:bodyPr rtlCol="0" anchor="ctr"/>
          <a:lstStyle>
            <a:lvl1pPr algn="ctr">
              <a:buNone/>
              <a:defRPr/>
            </a:lvl1pPr>
          </a:lstStyle>
          <a:p>
            <a:pPr rtl="0"/>
            <a:r>
              <a:rPr lang="de-DE" noProof="0"/>
              <a:t>Bild durch Klicken auf Symbol hinzufügen</a:t>
            </a:r>
          </a:p>
        </p:txBody>
      </p:sp>
      <p:sp>
        <p:nvSpPr>
          <p:cNvPr id="10" name="Bildplatzhalter 14">
            <a:extLst>
              <a:ext uri="{FF2B5EF4-FFF2-40B4-BE49-F238E27FC236}">
                <a16:creationId xmlns:a16="http://schemas.microsoft.com/office/drawing/2014/main" id="{687A7A61-F904-44E0-837C-FB357932BC1E}"/>
              </a:ext>
            </a:extLst>
          </p:cNvPr>
          <p:cNvSpPr>
            <a:spLocks noGrp="1"/>
          </p:cNvSpPr>
          <p:nvPr>
            <p:ph type="pic" sz="quarter" idx="14"/>
          </p:nvPr>
        </p:nvSpPr>
        <p:spPr>
          <a:xfrm>
            <a:off x="576072" y="2798064"/>
            <a:ext cx="1463040" cy="1481328"/>
          </a:xfrm>
        </p:spPr>
        <p:txBody>
          <a:bodyPr rtlCol="0" anchor="ctr"/>
          <a:lstStyle>
            <a:lvl1pPr algn="ctr">
              <a:buNone/>
              <a:defRPr/>
            </a:lvl1pPr>
          </a:lstStyle>
          <a:p>
            <a:pPr rtl="0"/>
            <a:r>
              <a:rPr lang="de-DE" noProof="0"/>
              <a:t>Bild durch Klicken auf Symbol hinzufügen</a:t>
            </a:r>
          </a:p>
        </p:txBody>
      </p:sp>
      <p:sp>
        <p:nvSpPr>
          <p:cNvPr id="16" name="Bildplatzhalter 14">
            <a:extLst>
              <a:ext uri="{FF2B5EF4-FFF2-40B4-BE49-F238E27FC236}">
                <a16:creationId xmlns:a16="http://schemas.microsoft.com/office/drawing/2014/main" id="{6B8374DB-2C54-426F-9768-7B838BE1F98D}"/>
              </a:ext>
            </a:extLst>
          </p:cNvPr>
          <p:cNvSpPr>
            <a:spLocks noGrp="1"/>
          </p:cNvSpPr>
          <p:nvPr>
            <p:ph type="pic" sz="quarter" idx="21"/>
          </p:nvPr>
        </p:nvSpPr>
        <p:spPr>
          <a:xfrm>
            <a:off x="7845552" y="2798064"/>
            <a:ext cx="1463040" cy="1481328"/>
          </a:xfrm>
        </p:spPr>
        <p:txBody>
          <a:bodyPr rtlCol="0" anchor="ctr"/>
          <a:lstStyle>
            <a:lvl1pPr algn="ctr">
              <a:buNone/>
              <a:defRPr/>
            </a:lvl1pPr>
          </a:lstStyle>
          <a:p>
            <a:pPr rtl="0"/>
            <a:r>
              <a:rPr lang="de-DE" noProof="0"/>
              <a:t>Bild durch Klicken auf Symbol hinzufügen</a:t>
            </a:r>
          </a:p>
        </p:txBody>
      </p:sp>
      <p:sp>
        <p:nvSpPr>
          <p:cNvPr id="27" name="Rechteck 26">
            <a:extLst>
              <a:ext uri="{FF2B5EF4-FFF2-40B4-BE49-F238E27FC236}">
                <a16:creationId xmlns:a16="http://schemas.microsoft.com/office/drawing/2014/main" id="{76763C05-47FB-4725-A20D-066889246220}"/>
              </a:ext>
            </a:extLst>
          </p:cNvPr>
          <p:cNvSpPr/>
          <p:nvPr userDrawn="1"/>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Titel 1">
            <a:extLst>
              <a:ext uri="{FF2B5EF4-FFF2-40B4-BE49-F238E27FC236}">
                <a16:creationId xmlns:a16="http://schemas.microsoft.com/office/drawing/2014/main" id="{9EDC39EC-C00D-4DE8-8828-E0E5AD579F19}"/>
              </a:ext>
            </a:extLst>
          </p:cNvPr>
          <p:cNvSpPr>
            <a:spLocks noGrp="1"/>
          </p:cNvSpPr>
          <p:nvPr>
            <p:ph type="title" hasCustomPrompt="1"/>
          </p:nvPr>
        </p:nvSpPr>
        <p:spPr>
          <a:xfrm>
            <a:off x="1115568" y="548640"/>
            <a:ext cx="10168128" cy="1179576"/>
          </a:xfrm>
        </p:spPr>
        <p:txBody>
          <a:bodyPr rtlCol="0">
            <a:normAutofit/>
          </a:bodyPr>
          <a:lstStyle>
            <a:lvl1pPr>
              <a:defRPr sz="4000"/>
            </a:lvl1pPr>
          </a:lstStyle>
          <a:p>
            <a:pPr rtl="0"/>
            <a:r>
              <a:rPr lang="de-DE" noProof="0"/>
              <a:t>Titelmasterformat durch Klicken bearbeiten</a:t>
            </a:r>
          </a:p>
        </p:txBody>
      </p:sp>
      <p:sp>
        <p:nvSpPr>
          <p:cNvPr id="32" name="Bildplatzhalter 14">
            <a:extLst>
              <a:ext uri="{FF2B5EF4-FFF2-40B4-BE49-F238E27FC236}">
                <a16:creationId xmlns:a16="http://schemas.microsoft.com/office/drawing/2014/main" id="{AC393A50-B0FA-44B0-850A-6E748DECA20A}"/>
              </a:ext>
            </a:extLst>
          </p:cNvPr>
          <p:cNvSpPr>
            <a:spLocks noGrp="1"/>
          </p:cNvSpPr>
          <p:nvPr>
            <p:ph type="pic" sz="quarter" idx="28"/>
          </p:nvPr>
        </p:nvSpPr>
        <p:spPr>
          <a:xfrm>
            <a:off x="2999232" y="2798064"/>
            <a:ext cx="1463040" cy="1481328"/>
          </a:xfrm>
        </p:spPr>
        <p:txBody>
          <a:bodyPr rtlCol="0" anchor="ctr"/>
          <a:lstStyle>
            <a:lvl1pPr algn="ctr">
              <a:buNone/>
              <a:defRPr/>
            </a:lvl1pPr>
          </a:lstStyle>
          <a:p>
            <a:pPr rtl="0"/>
            <a:r>
              <a:rPr lang="de-DE" noProof="0"/>
              <a:t>Bild durch Klicken auf Symbol hinzufügen</a:t>
            </a:r>
          </a:p>
        </p:txBody>
      </p:sp>
      <p:sp>
        <p:nvSpPr>
          <p:cNvPr id="33" name="Bildplatzhalter 14">
            <a:extLst>
              <a:ext uri="{FF2B5EF4-FFF2-40B4-BE49-F238E27FC236}">
                <a16:creationId xmlns:a16="http://schemas.microsoft.com/office/drawing/2014/main" id="{C19D18E3-AE27-4902-A5E1-1E388C8CA886}"/>
              </a:ext>
            </a:extLst>
          </p:cNvPr>
          <p:cNvSpPr>
            <a:spLocks noGrp="1"/>
          </p:cNvSpPr>
          <p:nvPr>
            <p:ph type="pic" sz="quarter" idx="29"/>
          </p:nvPr>
        </p:nvSpPr>
        <p:spPr>
          <a:xfrm>
            <a:off x="10268712" y="2798064"/>
            <a:ext cx="1463040" cy="1481328"/>
          </a:xfrm>
        </p:spPr>
        <p:txBody>
          <a:bodyPr rtlCol="0" anchor="ctr"/>
          <a:lstStyle>
            <a:lvl1pPr algn="ctr">
              <a:buNone/>
              <a:defRPr/>
            </a:lvl1pPr>
          </a:lstStyle>
          <a:p>
            <a:pPr rtl="0"/>
            <a:r>
              <a:rPr lang="de-DE" noProof="0"/>
              <a:t>Bild durch Klicken auf Symbol hinzufügen</a:t>
            </a:r>
          </a:p>
        </p:txBody>
      </p:sp>
      <p:sp>
        <p:nvSpPr>
          <p:cNvPr id="11" name="Datumsplatzhalter 10">
            <a:extLst>
              <a:ext uri="{FF2B5EF4-FFF2-40B4-BE49-F238E27FC236}">
                <a16:creationId xmlns:a16="http://schemas.microsoft.com/office/drawing/2014/main" id="{C4A1E4D4-19E0-496B-BBAF-99A720781C00}"/>
              </a:ext>
            </a:extLst>
          </p:cNvPr>
          <p:cNvSpPr>
            <a:spLocks noGrp="1"/>
          </p:cNvSpPr>
          <p:nvPr>
            <p:ph type="dt" sz="half" idx="32"/>
          </p:nvPr>
        </p:nvSpPr>
        <p:spPr>
          <a:xfrm>
            <a:off x="905256" y="6356350"/>
            <a:ext cx="2743200" cy="365125"/>
          </a:xfrm>
        </p:spPr>
        <p:txBody>
          <a:bodyPr rtlCol="0"/>
          <a:lstStyle/>
          <a:p>
            <a:pPr rtl="0"/>
            <a:r>
              <a:rPr lang="de-DE" noProof="0"/>
              <a:t>04.09.20XX</a:t>
            </a:r>
          </a:p>
        </p:txBody>
      </p:sp>
      <p:sp>
        <p:nvSpPr>
          <p:cNvPr id="12" name="Fußzeilenplatzhalter 11">
            <a:extLst>
              <a:ext uri="{FF2B5EF4-FFF2-40B4-BE49-F238E27FC236}">
                <a16:creationId xmlns:a16="http://schemas.microsoft.com/office/drawing/2014/main" id="{D0281C10-EAAA-4F45-8CC9-87F9F9116C21}"/>
              </a:ext>
            </a:extLst>
          </p:cNvPr>
          <p:cNvSpPr>
            <a:spLocks noGrp="1"/>
          </p:cNvSpPr>
          <p:nvPr>
            <p:ph type="ftr" sz="quarter" idx="33"/>
          </p:nvPr>
        </p:nvSpPr>
        <p:spPr/>
        <p:txBody>
          <a:bodyPr rtlCol="0"/>
          <a:lstStyle/>
          <a:p>
            <a:pPr rtl="0"/>
            <a:r>
              <a:rPr lang="de-DE" noProof="0"/>
              <a:t>Präsentationstitel</a:t>
            </a:r>
          </a:p>
        </p:txBody>
      </p:sp>
      <p:sp>
        <p:nvSpPr>
          <p:cNvPr id="13" name="Foliennummernplatzhalter 12">
            <a:extLst>
              <a:ext uri="{FF2B5EF4-FFF2-40B4-BE49-F238E27FC236}">
                <a16:creationId xmlns:a16="http://schemas.microsoft.com/office/drawing/2014/main" id="{389175D6-43FD-42A2-8595-893FC3BFCDF6}"/>
              </a:ext>
            </a:extLst>
          </p:cNvPr>
          <p:cNvSpPr>
            <a:spLocks noGrp="1"/>
          </p:cNvSpPr>
          <p:nvPr>
            <p:ph type="sldNum" sz="quarter" idx="34"/>
          </p:nvPr>
        </p:nvSpPr>
        <p:spPr/>
        <p:txBody>
          <a:bodyPr rtlCol="0"/>
          <a:lstStyle/>
          <a:p>
            <a:pPr rtl="0"/>
            <a:fld id="{A65A5C87-DF58-40C8-B092-1DE63DB4547E}" type="slidenum">
              <a:rPr lang="de-DE" noProof="0" smtClean="0"/>
              <a:t>‹Nr.›</a:t>
            </a:fld>
            <a:endParaRPr lang="de-DE" noProof="0"/>
          </a:p>
        </p:txBody>
      </p:sp>
      <p:sp>
        <p:nvSpPr>
          <p:cNvPr id="37" name="Textplatzhalter 35">
            <a:extLst>
              <a:ext uri="{FF2B5EF4-FFF2-40B4-BE49-F238E27FC236}">
                <a16:creationId xmlns:a16="http://schemas.microsoft.com/office/drawing/2014/main" id="{28F74B10-F76D-4BBB-A284-01D5A0DF8BCB}"/>
              </a:ext>
            </a:extLst>
          </p:cNvPr>
          <p:cNvSpPr>
            <a:spLocks noGrp="1"/>
          </p:cNvSpPr>
          <p:nvPr>
            <p:ph type="body" sz="quarter" idx="36" hasCustomPrompt="1"/>
          </p:nvPr>
        </p:nvSpPr>
        <p:spPr>
          <a:xfrm>
            <a:off x="5431536" y="4489704"/>
            <a:ext cx="1462088" cy="649288"/>
          </a:xfrm>
        </p:spPr>
        <p:txBody>
          <a:bodyPr rtlCol="0"/>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rtl="0"/>
            <a:r>
              <a:rPr lang="de-DE" noProof="0"/>
              <a:t>Name</a:t>
            </a:r>
          </a:p>
          <a:p>
            <a:pPr lvl="1" rtl="0"/>
            <a:r>
              <a:rPr lang="de-DE" noProof="0"/>
              <a:t>Titel</a:t>
            </a:r>
          </a:p>
        </p:txBody>
      </p:sp>
      <p:sp>
        <p:nvSpPr>
          <p:cNvPr id="38" name="Textplatzhalter 35">
            <a:extLst>
              <a:ext uri="{FF2B5EF4-FFF2-40B4-BE49-F238E27FC236}">
                <a16:creationId xmlns:a16="http://schemas.microsoft.com/office/drawing/2014/main" id="{BD245DC2-6D7B-4AEE-B8EE-0D0E473AFFF5}"/>
              </a:ext>
            </a:extLst>
          </p:cNvPr>
          <p:cNvSpPr>
            <a:spLocks noGrp="1"/>
          </p:cNvSpPr>
          <p:nvPr>
            <p:ph type="body" sz="quarter" idx="37" hasCustomPrompt="1"/>
          </p:nvPr>
        </p:nvSpPr>
        <p:spPr>
          <a:xfrm>
            <a:off x="7845552" y="4489704"/>
            <a:ext cx="1462088" cy="649288"/>
          </a:xfrm>
        </p:spPr>
        <p:txBody>
          <a:bodyPr rtlCol="0"/>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rtl="0"/>
            <a:r>
              <a:rPr lang="de-DE" noProof="0"/>
              <a:t>Name</a:t>
            </a:r>
          </a:p>
          <a:p>
            <a:pPr lvl="1" rtl="0"/>
            <a:r>
              <a:rPr lang="de-DE" noProof="0"/>
              <a:t>Titel</a:t>
            </a:r>
          </a:p>
        </p:txBody>
      </p:sp>
      <p:sp>
        <p:nvSpPr>
          <p:cNvPr id="39" name="Textplatzhalter 35">
            <a:extLst>
              <a:ext uri="{FF2B5EF4-FFF2-40B4-BE49-F238E27FC236}">
                <a16:creationId xmlns:a16="http://schemas.microsoft.com/office/drawing/2014/main" id="{28069EAF-8C82-49CC-8A38-2ACAD26F7DE9}"/>
              </a:ext>
            </a:extLst>
          </p:cNvPr>
          <p:cNvSpPr>
            <a:spLocks noGrp="1"/>
          </p:cNvSpPr>
          <p:nvPr>
            <p:ph type="body" sz="quarter" idx="38" hasCustomPrompt="1"/>
          </p:nvPr>
        </p:nvSpPr>
        <p:spPr>
          <a:xfrm>
            <a:off x="10268712" y="4489704"/>
            <a:ext cx="1462088" cy="649288"/>
          </a:xfrm>
        </p:spPr>
        <p:txBody>
          <a:bodyPr rtlCol="0"/>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rtl="0"/>
            <a:r>
              <a:rPr lang="de-DE" noProof="0"/>
              <a:t>Name</a:t>
            </a:r>
          </a:p>
          <a:p>
            <a:pPr lvl="1" rtl="0"/>
            <a:r>
              <a:rPr lang="de-DE" noProof="0"/>
              <a:t>Titel</a:t>
            </a:r>
          </a:p>
        </p:txBody>
      </p:sp>
      <p:sp>
        <p:nvSpPr>
          <p:cNvPr id="40" name="Textplatzhalter 35">
            <a:extLst>
              <a:ext uri="{FF2B5EF4-FFF2-40B4-BE49-F238E27FC236}">
                <a16:creationId xmlns:a16="http://schemas.microsoft.com/office/drawing/2014/main" id="{DAA3B1CD-59B3-4B73-B91A-88CED1D8FDD6}"/>
              </a:ext>
            </a:extLst>
          </p:cNvPr>
          <p:cNvSpPr>
            <a:spLocks noGrp="1"/>
          </p:cNvSpPr>
          <p:nvPr>
            <p:ph type="body" sz="quarter" idx="39" hasCustomPrompt="1"/>
          </p:nvPr>
        </p:nvSpPr>
        <p:spPr>
          <a:xfrm>
            <a:off x="594360" y="4489704"/>
            <a:ext cx="1462088" cy="649288"/>
          </a:xfrm>
        </p:spPr>
        <p:txBody>
          <a:bodyPr rtlCol="0"/>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rtl="0"/>
            <a:r>
              <a:rPr lang="de-DE" noProof="0"/>
              <a:t>Name</a:t>
            </a:r>
          </a:p>
          <a:p>
            <a:pPr lvl="1" rtl="0"/>
            <a:r>
              <a:rPr lang="de-DE" noProof="0"/>
              <a:t>Titel</a:t>
            </a:r>
          </a:p>
        </p:txBody>
      </p:sp>
      <p:sp>
        <p:nvSpPr>
          <p:cNvPr id="41" name="Textplatzhalter 35">
            <a:extLst>
              <a:ext uri="{FF2B5EF4-FFF2-40B4-BE49-F238E27FC236}">
                <a16:creationId xmlns:a16="http://schemas.microsoft.com/office/drawing/2014/main" id="{C1FED6B0-DEB7-46E3-8038-FE6788AC24A9}"/>
              </a:ext>
            </a:extLst>
          </p:cNvPr>
          <p:cNvSpPr>
            <a:spLocks noGrp="1"/>
          </p:cNvSpPr>
          <p:nvPr>
            <p:ph type="body" sz="quarter" idx="35" hasCustomPrompt="1"/>
          </p:nvPr>
        </p:nvSpPr>
        <p:spPr>
          <a:xfrm>
            <a:off x="3008376" y="4489704"/>
            <a:ext cx="1462088" cy="649288"/>
          </a:xfrm>
        </p:spPr>
        <p:txBody>
          <a:bodyPr rtlCol="0"/>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rtl="0"/>
            <a:r>
              <a:rPr lang="de-DE" noProof="0"/>
              <a:t>Name</a:t>
            </a:r>
          </a:p>
          <a:p>
            <a:pPr lvl="1" rtl="0"/>
            <a:r>
              <a:rPr lang="de-DE" noProof="0"/>
              <a:t>Titel</a:t>
            </a:r>
          </a:p>
        </p:txBody>
      </p:sp>
    </p:spTree>
    <p:extLst>
      <p:ext uri="{BB962C8B-B14F-4D97-AF65-F5344CB8AC3E}">
        <p14:creationId xmlns:p14="http://schemas.microsoft.com/office/powerpoint/2010/main" val="431511748"/>
      </p:ext>
    </p:extLst>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useBgFill="1">
        <p:nvSpPr>
          <p:cNvPr id="11" name="Rechteck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hteck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el 1">
            <a:extLst>
              <a:ext uri="{FF2B5EF4-FFF2-40B4-BE49-F238E27FC236}">
                <a16:creationId xmlns:a16="http://schemas.microsoft.com/office/drawing/2014/main" id="{0F8F91F8-0767-40B5-A3AA-72931FC192EA}"/>
              </a:ext>
            </a:extLst>
          </p:cNvPr>
          <p:cNvSpPr>
            <a:spLocks noGrp="1"/>
          </p:cNvSpPr>
          <p:nvPr>
            <p:ph type="title" hasCustomPrompt="1"/>
          </p:nvPr>
        </p:nvSpPr>
        <p:spPr>
          <a:xfrm>
            <a:off x="1115568" y="548640"/>
            <a:ext cx="10168128" cy="1179576"/>
          </a:xfrm>
        </p:spPr>
        <p:txBody>
          <a:bodyPr rtlCol="0">
            <a:normAutofit/>
          </a:bodyPr>
          <a:lstStyle>
            <a:lvl1pPr>
              <a:defRPr sz="4000"/>
            </a:lvl1pPr>
          </a:lstStyle>
          <a:p>
            <a:pPr rtl="0"/>
            <a:r>
              <a:rPr lang="de-DE" noProof="0"/>
              <a:t>Titelmasterformat durch Klicken bearbeiten</a:t>
            </a:r>
          </a:p>
        </p:txBody>
      </p:sp>
      <p:sp>
        <p:nvSpPr>
          <p:cNvPr id="3" name="Textplatzhalter 2">
            <a:extLst>
              <a:ext uri="{FF2B5EF4-FFF2-40B4-BE49-F238E27FC236}">
                <a16:creationId xmlns:a16="http://schemas.microsoft.com/office/drawing/2014/main" id="{AAAE0554-8BEE-4BF6-9519-51B8475D35E1}"/>
              </a:ext>
            </a:extLst>
          </p:cNvPr>
          <p:cNvSpPr>
            <a:spLocks noGrp="1"/>
          </p:cNvSpPr>
          <p:nvPr>
            <p:ph type="body" idx="1" hasCustomPrompt="1"/>
          </p:nvPr>
        </p:nvSpPr>
        <p:spPr>
          <a:xfrm>
            <a:off x="1115568" y="2372650"/>
            <a:ext cx="4937760" cy="823912"/>
          </a:xfrm>
        </p:spPr>
        <p:txBody>
          <a:bodyPr rtlCol="0"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Textmasterformate durch Klicken bearbeiten</a:t>
            </a:r>
          </a:p>
        </p:txBody>
      </p:sp>
      <p:sp>
        <p:nvSpPr>
          <p:cNvPr id="4" name="Inhaltsplatzhalter 3">
            <a:extLst>
              <a:ext uri="{FF2B5EF4-FFF2-40B4-BE49-F238E27FC236}">
                <a16:creationId xmlns:a16="http://schemas.microsoft.com/office/drawing/2014/main" id="{FD4A358D-C930-48E0-B372-06A826B74C47}"/>
              </a:ext>
            </a:extLst>
          </p:cNvPr>
          <p:cNvSpPr>
            <a:spLocks noGrp="1"/>
          </p:cNvSpPr>
          <p:nvPr>
            <p:ph sz="half" idx="2" hasCustomPrompt="1"/>
          </p:nvPr>
        </p:nvSpPr>
        <p:spPr>
          <a:xfrm>
            <a:off x="1115568" y="3203688"/>
            <a:ext cx="4937760" cy="2968512"/>
          </a:xfrm>
        </p:spPr>
        <p:txBody>
          <a:bodyPr rtlCol="0"/>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rtl="0"/>
            <a:r>
              <a:rPr lang="de-DE" noProof="0"/>
              <a:t>Textmasterformate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5" name="Textplatzhalter 4">
            <a:extLst>
              <a:ext uri="{FF2B5EF4-FFF2-40B4-BE49-F238E27FC236}">
                <a16:creationId xmlns:a16="http://schemas.microsoft.com/office/drawing/2014/main" id="{83B6615E-4966-4150-83B6-C47591B36383}"/>
              </a:ext>
            </a:extLst>
          </p:cNvPr>
          <p:cNvSpPr>
            <a:spLocks noGrp="1"/>
          </p:cNvSpPr>
          <p:nvPr>
            <p:ph type="body" sz="quarter" idx="3" hasCustomPrompt="1"/>
          </p:nvPr>
        </p:nvSpPr>
        <p:spPr>
          <a:xfrm>
            <a:off x="6345936" y="2372650"/>
            <a:ext cx="4937760" cy="823912"/>
          </a:xfrm>
        </p:spPr>
        <p:txBody>
          <a:bodyPr rtlCol="0"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Textmasterformat durch Klicken bearbeiten</a:t>
            </a:r>
          </a:p>
        </p:txBody>
      </p:sp>
      <p:sp>
        <p:nvSpPr>
          <p:cNvPr id="6" name="Inhaltsplatzhalter 5">
            <a:extLst>
              <a:ext uri="{FF2B5EF4-FFF2-40B4-BE49-F238E27FC236}">
                <a16:creationId xmlns:a16="http://schemas.microsoft.com/office/drawing/2014/main" id="{BD409F6B-C17B-4B4F-9F35-5068BDC4E2FD}"/>
              </a:ext>
            </a:extLst>
          </p:cNvPr>
          <p:cNvSpPr>
            <a:spLocks noGrp="1"/>
          </p:cNvSpPr>
          <p:nvPr>
            <p:ph sz="quarter" idx="4" hasCustomPrompt="1"/>
          </p:nvPr>
        </p:nvSpPr>
        <p:spPr>
          <a:xfrm>
            <a:off x="6345936" y="3203687"/>
            <a:ext cx="4937760" cy="2968511"/>
          </a:xfrm>
        </p:spPr>
        <p:txBody>
          <a:bodyPr rtlCol="0"/>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rtl="0"/>
            <a:r>
              <a:rPr lang="de-DE" noProof="0"/>
              <a:t>Textmasterformate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7" name="Datumsplatzhalter 6">
            <a:extLst>
              <a:ext uri="{FF2B5EF4-FFF2-40B4-BE49-F238E27FC236}">
                <a16:creationId xmlns:a16="http://schemas.microsoft.com/office/drawing/2014/main" id="{C8BC356D-052B-4A9B-8B2F-6665FD325AB3}"/>
              </a:ext>
            </a:extLst>
          </p:cNvPr>
          <p:cNvSpPr>
            <a:spLocks noGrp="1"/>
          </p:cNvSpPr>
          <p:nvPr>
            <p:ph type="dt" sz="half" idx="10"/>
          </p:nvPr>
        </p:nvSpPr>
        <p:spPr>
          <a:xfrm>
            <a:off x="905256" y="6356350"/>
            <a:ext cx="2743200" cy="365125"/>
          </a:xfrm>
        </p:spPr>
        <p:txBody>
          <a:bodyPr rtlCol="0"/>
          <a:lstStyle/>
          <a:p>
            <a:pPr rtl="0"/>
            <a:r>
              <a:rPr lang="de-DE" noProof="0"/>
              <a:t>04.09.20XX</a:t>
            </a:r>
          </a:p>
        </p:txBody>
      </p:sp>
      <p:sp>
        <p:nvSpPr>
          <p:cNvPr id="8" name="Fußzeilenplatzhalt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rtlCol="0"/>
          <a:lstStyle/>
          <a:p>
            <a:pPr rtl="0"/>
            <a:r>
              <a:rPr lang="de-DE" noProof="0"/>
              <a:t>Präsentationstitel</a:t>
            </a:r>
          </a:p>
        </p:txBody>
      </p:sp>
      <p:sp>
        <p:nvSpPr>
          <p:cNvPr id="9" name="Foliennummernplatzhalt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rtlCol="0"/>
          <a:lstStyle/>
          <a:p>
            <a:pPr rtl="0"/>
            <a:fld id="{A65A5C87-DF58-40C8-B092-1DE63DB4547E}" type="slidenum">
              <a:rPr lang="de-DE" noProof="0" smtClean="0"/>
              <a:t>‹Nr.›</a:t>
            </a:fld>
            <a:endParaRPr lang="de-DE" noProof="0"/>
          </a:p>
        </p:txBody>
      </p:sp>
    </p:spTree>
    <p:extLst>
      <p:ext uri="{BB962C8B-B14F-4D97-AF65-F5344CB8AC3E}">
        <p14:creationId xmlns:p14="http://schemas.microsoft.com/office/powerpoint/2010/main" val="1606934960"/>
      </p:ext>
    </p:extLst>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Vergleich 3 Spalte">
    <p:spTree>
      <p:nvGrpSpPr>
        <p:cNvPr id="1" name=""/>
        <p:cNvGrpSpPr/>
        <p:nvPr/>
      </p:nvGrpSpPr>
      <p:grpSpPr>
        <a:xfrm>
          <a:off x="0" y="0"/>
          <a:ext cx="0" cy="0"/>
          <a:chOff x="0" y="0"/>
          <a:chExt cx="0" cy="0"/>
        </a:xfrm>
      </p:grpSpPr>
      <p:sp useBgFill="1">
        <p:nvSpPr>
          <p:cNvPr id="11" name="Rechteck 10">
            <a:extLst>
              <a:ext uri="{FF2B5EF4-FFF2-40B4-BE49-F238E27FC236}">
                <a16:creationId xmlns:a16="http://schemas.microsoft.com/office/drawing/2014/main" id="{6B671BDE-E45C-41A1-9B98-4A607D703855}"/>
              </a:ext>
            </a:extLst>
          </p:cNvPr>
          <p:cNvSpPr/>
          <p:nvPr userDrawn="1"/>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hteck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el 1">
            <a:extLst>
              <a:ext uri="{FF2B5EF4-FFF2-40B4-BE49-F238E27FC236}">
                <a16:creationId xmlns:a16="http://schemas.microsoft.com/office/drawing/2014/main" id="{0F8F91F8-0767-40B5-A3AA-72931FC192EA}"/>
              </a:ext>
            </a:extLst>
          </p:cNvPr>
          <p:cNvSpPr>
            <a:spLocks noGrp="1"/>
          </p:cNvSpPr>
          <p:nvPr>
            <p:ph type="title" hasCustomPrompt="1"/>
          </p:nvPr>
        </p:nvSpPr>
        <p:spPr>
          <a:xfrm>
            <a:off x="1115568" y="548640"/>
            <a:ext cx="10168128" cy="1179576"/>
          </a:xfrm>
        </p:spPr>
        <p:txBody>
          <a:bodyPr rtlCol="0">
            <a:normAutofit/>
          </a:bodyPr>
          <a:lstStyle>
            <a:lvl1pPr>
              <a:defRPr sz="4000"/>
            </a:lvl1pPr>
          </a:lstStyle>
          <a:p>
            <a:pPr rtl="0"/>
            <a:r>
              <a:rPr lang="de-DE" noProof="0"/>
              <a:t>Titelmasterformat durch Klicken bearbeiten</a:t>
            </a:r>
          </a:p>
        </p:txBody>
      </p:sp>
      <p:sp>
        <p:nvSpPr>
          <p:cNvPr id="3" name="Textplatzhalter 2">
            <a:extLst>
              <a:ext uri="{FF2B5EF4-FFF2-40B4-BE49-F238E27FC236}">
                <a16:creationId xmlns:a16="http://schemas.microsoft.com/office/drawing/2014/main" id="{AAAE0554-8BEE-4BF6-9519-51B8475D35E1}"/>
              </a:ext>
            </a:extLst>
          </p:cNvPr>
          <p:cNvSpPr>
            <a:spLocks noGrp="1"/>
          </p:cNvSpPr>
          <p:nvPr>
            <p:ph type="body" idx="1" hasCustomPrompt="1"/>
          </p:nvPr>
        </p:nvSpPr>
        <p:spPr>
          <a:xfrm>
            <a:off x="576072" y="2372650"/>
            <a:ext cx="3291840" cy="823912"/>
          </a:xfrm>
        </p:spPr>
        <p:txBody>
          <a:bodyPr rtlCol="0"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Textmasterformate durch Klicken bearbeiten</a:t>
            </a:r>
          </a:p>
        </p:txBody>
      </p:sp>
      <p:sp>
        <p:nvSpPr>
          <p:cNvPr id="4" name="Inhaltsplatzhalter 3">
            <a:extLst>
              <a:ext uri="{FF2B5EF4-FFF2-40B4-BE49-F238E27FC236}">
                <a16:creationId xmlns:a16="http://schemas.microsoft.com/office/drawing/2014/main" id="{FD4A358D-C930-48E0-B372-06A826B74C47}"/>
              </a:ext>
            </a:extLst>
          </p:cNvPr>
          <p:cNvSpPr>
            <a:spLocks noGrp="1"/>
          </p:cNvSpPr>
          <p:nvPr>
            <p:ph sz="half" idx="2" hasCustomPrompt="1"/>
          </p:nvPr>
        </p:nvSpPr>
        <p:spPr>
          <a:xfrm>
            <a:off x="576072" y="3203688"/>
            <a:ext cx="3291840" cy="2968512"/>
          </a:xfrm>
        </p:spPr>
        <p:txBody>
          <a:bodyPr rtlCol="0"/>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rtl="0"/>
            <a:r>
              <a:rPr lang="de-DE" noProof="0"/>
              <a:t>Textmasterformate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5" name="Textplatzhalter 4">
            <a:extLst>
              <a:ext uri="{FF2B5EF4-FFF2-40B4-BE49-F238E27FC236}">
                <a16:creationId xmlns:a16="http://schemas.microsoft.com/office/drawing/2014/main" id="{83B6615E-4966-4150-83B6-C47591B36383}"/>
              </a:ext>
            </a:extLst>
          </p:cNvPr>
          <p:cNvSpPr>
            <a:spLocks noGrp="1"/>
          </p:cNvSpPr>
          <p:nvPr>
            <p:ph type="body" sz="quarter" idx="3" hasCustomPrompt="1"/>
          </p:nvPr>
        </p:nvSpPr>
        <p:spPr>
          <a:xfrm>
            <a:off x="4507992" y="2372650"/>
            <a:ext cx="3291840" cy="823912"/>
          </a:xfrm>
        </p:spPr>
        <p:txBody>
          <a:bodyPr rtlCol="0"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Textmasterformate durch Klicken bearbeiten</a:t>
            </a:r>
          </a:p>
        </p:txBody>
      </p:sp>
      <p:sp>
        <p:nvSpPr>
          <p:cNvPr id="6" name="Inhaltsplatzhalter 5">
            <a:extLst>
              <a:ext uri="{FF2B5EF4-FFF2-40B4-BE49-F238E27FC236}">
                <a16:creationId xmlns:a16="http://schemas.microsoft.com/office/drawing/2014/main" id="{BD409F6B-C17B-4B4F-9F35-5068BDC4E2FD}"/>
              </a:ext>
            </a:extLst>
          </p:cNvPr>
          <p:cNvSpPr>
            <a:spLocks noGrp="1"/>
          </p:cNvSpPr>
          <p:nvPr>
            <p:ph sz="quarter" idx="4" hasCustomPrompt="1"/>
          </p:nvPr>
        </p:nvSpPr>
        <p:spPr>
          <a:xfrm>
            <a:off x="4507992" y="3203687"/>
            <a:ext cx="3291840" cy="2968511"/>
          </a:xfrm>
        </p:spPr>
        <p:txBody>
          <a:bodyPr rtlCol="0"/>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rtl="0"/>
            <a:r>
              <a:rPr lang="de-DE" noProof="0"/>
              <a:t>Textmasterformate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7" name="Datumsplatzhalter 6">
            <a:extLst>
              <a:ext uri="{FF2B5EF4-FFF2-40B4-BE49-F238E27FC236}">
                <a16:creationId xmlns:a16="http://schemas.microsoft.com/office/drawing/2014/main" id="{C8BC356D-052B-4A9B-8B2F-6665FD325AB3}"/>
              </a:ext>
            </a:extLst>
          </p:cNvPr>
          <p:cNvSpPr>
            <a:spLocks noGrp="1"/>
          </p:cNvSpPr>
          <p:nvPr>
            <p:ph type="dt" sz="half" idx="10"/>
          </p:nvPr>
        </p:nvSpPr>
        <p:spPr>
          <a:xfrm>
            <a:off x="905256" y="6356350"/>
            <a:ext cx="2743200" cy="365125"/>
          </a:xfrm>
        </p:spPr>
        <p:txBody>
          <a:bodyPr rtlCol="0"/>
          <a:lstStyle/>
          <a:p>
            <a:pPr rtl="0"/>
            <a:r>
              <a:rPr lang="de-DE" noProof="0"/>
              <a:t>04.09.20XX</a:t>
            </a:r>
          </a:p>
        </p:txBody>
      </p:sp>
      <p:sp>
        <p:nvSpPr>
          <p:cNvPr id="8" name="Fußzeilenplatzhalt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rtlCol="0"/>
          <a:lstStyle/>
          <a:p>
            <a:pPr rtl="0"/>
            <a:r>
              <a:rPr lang="de-DE" noProof="0"/>
              <a:t>Präsentationstitel</a:t>
            </a:r>
          </a:p>
        </p:txBody>
      </p:sp>
      <p:sp>
        <p:nvSpPr>
          <p:cNvPr id="9" name="Foliennummernplatzhalt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rtlCol="0"/>
          <a:lstStyle/>
          <a:p>
            <a:pPr rtl="0"/>
            <a:fld id="{A65A5C87-DF58-40C8-B092-1DE63DB4547E}" type="slidenum">
              <a:rPr lang="de-DE" noProof="0" smtClean="0"/>
              <a:t>‹Nr.›</a:t>
            </a:fld>
            <a:endParaRPr lang="de-DE" noProof="0"/>
          </a:p>
        </p:txBody>
      </p:sp>
      <p:sp>
        <p:nvSpPr>
          <p:cNvPr id="14" name="Textplatzhalter 4">
            <a:extLst>
              <a:ext uri="{FF2B5EF4-FFF2-40B4-BE49-F238E27FC236}">
                <a16:creationId xmlns:a16="http://schemas.microsoft.com/office/drawing/2014/main" id="{CE04853A-B5A7-418B-B49F-E718136614E0}"/>
              </a:ext>
            </a:extLst>
          </p:cNvPr>
          <p:cNvSpPr>
            <a:spLocks noGrp="1"/>
          </p:cNvSpPr>
          <p:nvPr>
            <p:ph type="body" sz="quarter" idx="13" hasCustomPrompt="1"/>
          </p:nvPr>
        </p:nvSpPr>
        <p:spPr>
          <a:xfrm>
            <a:off x="8439912" y="2372650"/>
            <a:ext cx="3291840" cy="823912"/>
          </a:xfrm>
        </p:spPr>
        <p:txBody>
          <a:bodyPr rtlCol="0"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Textmasterformat durch Klicken bearbeiten</a:t>
            </a:r>
          </a:p>
        </p:txBody>
      </p:sp>
      <p:sp>
        <p:nvSpPr>
          <p:cNvPr id="16" name="Inhaltsplatzhalter 5">
            <a:extLst>
              <a:ext uri="{FF2B5EF4-FFF2-40B4-BE49-F238E27FC236}">
                <a16:creationId xmlns:a16="http://schemas.microsoft.com/office/drawing/2014/main" id="{D08E5547-BBB9-4D87-A012-6BC6B1330861}"/>
              </a:ext>
            </a:extLst>
          </p:cNvPr>
          <p:cNvSpPr>
            <a:spLocks noGrp="1"/>
          </p:cNvSpPr>
          <p:nvPr>
            <p:ph sz="quarter" idx="14" hasCustomPrompt="1"/>
          </p:nvPr>
        </p:nvSpPr>
        <p:spPr>
          <a:xfrm>
            <a:off x="8439912" y="3203687"/>
            <a:ext cx="3291840" cy="2968511"/>
          </a:xfrm>
        </p:spPr>
        <p:txBody>
          <a:bodyPr rtlCol="0"/>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rtl="0"/>
            <a:r>
              <a:rPr lang="de-DE" noProof="0"/>
              <a:t>Textmasterformate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Tree>
    <p:extLst>
      <p:ext uri="{BB962C8B-B14F-4D97-AF65-F5344CB8AC3E}">
        <p14:creationId xmlns:p14="http://schemas.microsoft.com/office/powerpoint/2010/main" val="2202261088"/>
      </p:ext>
    </p:extLst>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el und Inhalt mit 3 Bildern">
    <p:spTree>
      <p:nvGrpSpPr>
        <p:cNvPr id="1" name=""/>
        <p:cNvGrpSpPr/>
        <p:nvPr/>
      </p:nvGrpSpPr>
      <p:grpSpPr>
        <a:xfrm>
          <a:off x="0" y="0"/>
          <a:ext cx="0" cy="0"/>
          <a:chOff x="0" y="0"/>
          <a:chExt cx="0" cy="0"/>
        </a:xfrm>
      </p:grpSpPr>
      <p:sp useBgFill="1">
        <p:nvSpPr>
          <p:cNvPr id="4" name="Rechteck 3">
            <a:extLst>
              <a:ext uri="{FF2B5EF4-FFF2-40B4-BE49-F238E27FC236}">
                <a16:creationId xmlns:a16="http://schemas.microsoft.com/office/drawing/2014/main" id="{2CD68929-9BD1-4A1E-9C1E-5B980D986EC1}"/>
              </a:ext>
            </a:extLst>
          </p:cNvPr>
          <p:cNvSpPr/>
          <p:nvPr userDrawn="1"/>
        </p:nvSpPr>
        <p:spPr>
          <a:xfrm>
            <a:off x="409575" y="633619"/>
            <a:ext cx="4927413"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el 1">
            <a:extLst>
              <a:ext uri="{FF2B5EF4-FFF2-40B4-BE49-F238E27FC236}">
                <a16:creationId xmlns:a16="http://schemas.microsoft.com/office/drawing/2014/main" id="{48D358CF-0758-490A-A084-C46443B9ABE8}"/>
              </a:ext>
            </a:extLst>
          </p:cNvPr>
          <p:cNvSpPr>
            <a:spLocks noGrp="1"/>
          </p:cNvSpPr>
          <p:nvPr>
            <p:ph type="title" hasCustomPrompt="1"/>
          </p:nvPr>
        </p:nvSpPr>
        <p:spPr>
          <a:xfrm>
            <a:off x="841248" y="978408"/>
            <a:ext cx="4059936" cy="1106424"/>
          </a:xfrm>
        </p:spPr>
        <p:txBody>
          <a:bodyPr rtlCol="0" anchor="ctr">
            <a:normAutofit/>
          </a:bodyPr>
          <a:lstStyle>
            <a:lvl1pPr>
              <a:defRPr sz="2800"/>
            </a:lvl1pPr>
          </a:lstStyle>
          <a:p>
            <a:pPr rtl="0"/>
            <a:r>
              <a:rPr lang="de-DE" noProof="0"/>
              <a:t>Titelmasterformat durch Klicken bearbeiten</a:t>
            </a:r>
          </a:p>
        </p:txBody>
      </p:sp>
      <p:sp>
        <p:nvSpPr>
          <p:cNvPr id="3" name="Inhaltsplatzhalter 2">
            <a:extLst>
              <a:ext uri="{FF2B5EF4-FFF2-40B4-BE49-F238E27FC236}">
                <a16:creationId xmlns:a16="http://schemas.microsoft.com/office/drawing/2014/main" id="{21671183-B3CE-4F45-92FB-98290CA0E2CA}"/>
              </a:ext>
            </a:extLst>
          </p:cNvPr>
          <p:cNvSpPr>
            <a:spLocks noGrp="1"/>
          </p:cNvSpPr>
          <p:nvPr>
            <p:ph idx="1" hasCustomPrompt="1"/>
          </p:nvPr>
        </p:nvSpPr>
        <p:spPr>
          <a:xfrm>
            <a:off x="841248" y="2359152"/>
            <a:ext cx="4059936" cy="3429000"/>
          </a:xfrm>
        </p:spPr>
        <p:txBody>
          <a:bodyPr rtlCol="0"/>
          <a:lstStyle>
            <a:lvl1pPr marL="0" indent="0">
              <a:buNone/>
              <a:defRPr sz="1800"/>
            </a:lvl1pPr>
          </a:lstStyle>
          <a:p>
            <a:pPr lvl="0" rtl="0"/>
            <a:r>
              <a:rPr lang="de-DE" noProof="0"/>
              <a:t>Textmasterformat durch Klicken bearbeiten</a:t>
            </a:r>
          </a:p>
        </p:txBody>
      </p:sp>
      <p:sp>
        <p:nvSpPr>
          <p:cNvPr id="15" name="Bildplatzhalter 14">
            <a:extLst>
              <a:ext uri="{FF2B5EF4-FFF2-40B4-BE49-F238E27FC236}">
                <a16:creationId xmlns:a16="http://schemas.microsoft.com/office/drawing/2014/main" id="{D9F91D62-7A39-4697-A73D-908DBA590EFB}"/>
              </a:ext>
            </a:extLst>
          </p:cNvPr>
          <p:cNvSpPr>
            <a:spLocks noGrp="1"/>
          </p:cNvSpPr>
          <p:nvPr>
            <p:ph type="pic" sz="quarter" idx="13"/>
          </p:nvPr>
        </p:nvSpPr>
        <p:spPr>
          <a:xfrm>
            <a:off x="8961120" y="566928"/>
            <a:ext cx="2871216" cy="2340864"/>
          </a:xfrm>
        </p:spPr>
        <p:txBody>
          <a:bodyPr rtlCol="0" anchor="ctr"/>
          <a:lstStyle>
            <a:lvl1pPr algn="ctr">
              <a:buNone/>
              <a:defRPr/>
            </a:lvl1pPr>
          </a:lstStyle>
          <a:p>
            <a:pPr rtl="0"/>
            <a:r>
              <a:rPr lang="de-DE" noProof="0"/>
              <a:t>Bild durch Klicken auf Symbol hinzufügen</a:t>
            </a:r>
          </a:p>
        </p:txBody>
      </p:sp>
      <p:sp>
        <p:nvSpPr>
          <p:cNvPr id="10" name="Bildplatzhalter 14">
            <a:extLst>
              <a:ext uri="{FF2B5EF4-FFF2-40B4-BE49-F238E27FC236}">
                <a16:creationId xmlns:a16="http://schemas.microsoft.com/office/drawing/2014/main" id="{687A7A61-F904-44E0-837C-FB357932BC1E}"/>
              </a:ext>
            </a:extLst>
          </p:cNvPr>
          <p:cNvSpPr>
            <a:spLocks noGrp="1"/>
          </p:cNvSpPr>
          <p:nvPr>
            <p:ph type="pic" sz="quarter" idx="14"/>
          </p:nvPr>
        </p:nvSpPr>
        <p:spPr>
          <a:xfrm>
            <a:off x="5843016" y="566928"/>
            <a:ext cx="2871216" cy="2340864"/>
          </a:xfrm>
        </p:spPr>
        <p:txBody>
          <a:bodyPr rtlCol="0" anchor="ctr"/>
          <a:lstStyle>
            <a:lvl1pPr algn="ctr">
              <a:buNone/>
              <a:defRPr/>
            </a:lvl1pPr>
          </a:lstStyle>
          <a:p>
            <a:pPr rtl="0"/>
            <a:r>
              <a:rPr lang="de-DE" noProof="0"/>
              <a:t>Bild durch Klicken auf Symbol hinzufügen</a:t>
            </a:r>
          </a:p>
        </p:txBody>
      </p:sp>
      <p:sp>
        <p:nvSpPr>
          <p:cNvPr id="5" name="Rechteck 4">
            <a:extLst>
              <a:ext uri="{FF2B5EF4-FFF2-40B4-BE49-F238E27FC236}">
                <a16:creationId xmlns:a16="http://schemas.microsoft.com/office/drawing/2014/main" id="{B3ED68CE-A00C-4DD9-8065-B0E3D033BC20}"/>
              </a:ext>
            </a:extLst>
          </p:cNvPr>
          <p:cNvSpPr/>
          <p:nvPr userDrawn="1"/>
        </p:nvSpPr>
        <p:spPr>
          <a:xfrm>
            <a:off x="345567" y="117043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hteck 11">
            <a:extLst>
              <a:ext uri="{FF2B5EF4-FFF2-40B4-BE49-F238E27FC236}">
                <a16:creationId xmlns:a16="http://schemas.microsoft.com/office/drawing/2014/main" id="{BB3EDCB6-603C-4A22-80E6-232A6202452A}"/>
              </a:ext>
            </a:extLst>
          </p:cNvPr>
          <p:cNvSpPr/>
          <p:nvPr userDrawn="1"/>
        </p:nvSpPr>
        <p:spPr>
          <a:xfrm>
            <a:off x="877459" y="2121408"/>
            <a:ext cx="3958650"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Bildplatzhalter 14">
            <a:extLst>
              <a:ext uri="{FF2B5EF4-FFF2-40B4-BE49-F238E27FC236}">
                <a16:creationId xmlns:a16="http://schemas.microsoft.com/office/drawing/2014/main" id="{FBB9124E-D1EB-4540-B1E1-DF3CD388BB27}"/>
              </a:ext>
            </a:extLst>
          </p:cNvPr>
          <p:cNvSpPr>
            <a:spLocks noGrp="1"/>
          </p:cNvSpPr>
          <p:nvPr>
            <p:ph type="pic" sz="quarter" idx="17"/>
          </p:nvPr>
        </p:nvSpPr>
        <p:spPr>
          <a:xfrm>
            <a:off x="5843016" y="3108960"/>
            <a:ext cx="5989320" cy="3054096"/>
          </a:xfrm>
        </p:spPr>
        <p:txBody>
          <a:bodyPr rtlCol="0" anchor="ctr"/>
          <a:lstStyle>
            <a:lvl1pPr algn="ctr">
              <a:buNone/>
              <a:defRPr/>
            </a:lvl1pPr>
          </a:lstStyle>
          <a:p>
            <a:pPr rtl="0"/>
            <a:r>
              <a:rPr lang="de-DE" noProof="0"/>
              <a:t>Bild durch Klicken auf Symbol hinzufügen</a:t>
            </a:r>
          </a:p>
        </p:txBody>
      </p:sp>
      <p:sp>
        <p:nvSpPr>
          <p:cNvPr id="18" name="Datumsplatzhalter 17">
            <a:extLst>
              <a:ext uri="{FF2B5EF4-FFF2-40B4-BE49-F238E27FC236}">
                <a16:creationId xmlns:a16="http://schemas.microsoft.com/office/drawing/2014/main" id="{88171D0F-B23C-4DA9-9F5D-C5F480A4C5BE}"/>
              </a:ext>
            </a:extLst>
          </p:cNvPr>
          <p:cNvSpPr>
            <a:spLocks noGrp="1"/>
          </p:cNvSpPr>
          <p:nvPr>
            <p:ph type="dt" sz="half" idx="18"/>
          </p:nvPr>
        </p:nvSpPr>
        <p:spPr>
          <a:xfrm>
            <a:off x="905256" y="6356350"/>
            <a:ext cx="2743200" cy="365125"/>
          </a:xfrm>
        </p:spPr>
        <p:txBody>
          <a:bodyPr rtlCol="0"/>
          <a:lstStyle/>
          <a:p>
            <a:pPr rtl="0"/>
            <a:r>
              <a:rPr lang="de-DE" noProof="0"/>
              <a:t>04.09.20XX</a:t>
            </a:r>
          </a:p>
        </p:txBody>
      </p:sp>
      <p:sp>
        <p:nvSpPr>
          <p:cNvPr id="19" name="Fußzeilenplatzhalter 18">
            <a:extLst>
              <a:ext uri="{FF2B5EF4-FFF2-40B4-BE49-F238E27FC236}">
                <a16:creationId xmlns:a16="http://schemas.microsoft.com/office/drawing/2014/main" id="{69186A5E-A88B-4AD5-8730-E1679229BB98}"/>
              </a:ext>
            </a:extLst>
          </p:cNvPr>
          <p:cNvSpPr>
            <a:spLocks noGrp="1"/>
          </p:cNvSpPr>
          <p:nvPr>
            <p:ph type="ftr" sz="quarter" idx="19"/>
          </p:nvPr>
        </p:nvSpPr>
        <p:spPr/>
        <p:txBody>
          <a:bodyPr rtlCol="0"/>
          <a:lstStyle/>
          <a:p>
            <a:pPr rtl="0"/>
            <a:r>
              <a:rPr lang="de-DE" noProof="0"/>
              <a:t>Präsentationstitel</a:t>
            </a:r>
          </a:p>
        </p:txBody>
      </p:sp>
      <p:sp>
        <p:nvSpPr>
          <p:cNvPr id="20" name="Foliennummernplatzhalter 19">
            <a:extLst>
              <a:ext uri="{FF2B5EF4-FFF2-40B4-BE49-F238E27FC236}">
                <a16:creationId xmlns:a16="http://schemas.microsoft.com/office/drawing/2014/main" id="{FDD4F609-6DE6-4637-A216-DB19D982FF19}"/>
              </a:ext>
            </a:extLst>
          </p:cNvPr>
          <p:cNvSpPr>
            <a:spLocks noGrp="1"/>
          </p:cNvSpPr>
          <p:nvPr>
            <p:ph type="sldNum" sz="quarter" idx="20"/>
          </p:nvPr>
        </p:nvSpPr>
        <p:spPr>
          <a:xfrm>
            <a:off x="8540496" y="6356350"/>
            <a:ext cx="2743200" cy="365125"/>
          </a:xfrm>
        </p:spPr>
        <p:txBody>
          <a:bodyPr rtlCol="0"/>
          <a:lstStyle/>
          <a:p>
            <a:pPr rtl="0"/>
            <a:fld id="{A65A5C87-DF58-40C8-B092-1DE63DB4547E}" type="slidenum">
              <a:rPr lang="de-DE" noProof="0" smtClean="0"/>
              <a:t>‹Nr.›</a:t>
            </a:fld>
            <a:endParaRPr lang="de-DE" noProof="0"/>
          </a:p>
        </p:txBody>
      </p:sp>
    </p:spTree>
    <p:extLst>
      <p:ext uri="{BB962C8B-B14F-4D97-AF65-F5344CB8AC3E}">
        <p14:creationId xmlns:p14="http://schemas.microsoft.com/office/powerpoint/2010/main" val="3527971716"/>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el und Inhalt mit 4 Bildern">
    <p:spTree>
      <p:nvGrpSpPr>
        <p:cNvPr id="1" name=""/>
        <p:cNvGrpSpPr/>
        <p:nvPr/>
      </p:nvGrpSpPr>
      <p:grpSpPr>
        <a:xfrm>
          <a:off x="0" y="0"/>
          <a:ext cx="0" cy="0"/>
          <a:chOff x="0" y="0"/>
          <a:chExt cx="0" cy="0"/>
        </a:xfrm>
      </p:grpSpPr>
      <p:sp useBgFill="1">
        <p:nvSpPr>
          <p:cNvPr id="4" name="Rechteck 3">
            <a:extLst>
              <a:ext uri="{FF2B5EF4-FFF2-40B4-BE49-F238E27FC236}">
                <a16:creationId xmlns:a16="http://schemas.microsoft.com/office/drawing/2014/main" id="{2CD68929-9BD1-4A1E-9C1E-5B980D986EC1}"/>
              </a:ext>
            </a:extLst>
          </p:cNvPr>
          <p:cNvSpPr/>
          <p:nvPr userDrawn="1"/>
        </p:nvSpPr>
        <p:spPr>
          <a:xfrm>
            <a:off x="7324344" y="630936"/>
            <a:ext cx="4517136"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el 1">
            <a:extLst>
              <a:ext uri="{FF2B5EF4-FFF2-40B4-BE49-F238E27FC236}">
                <a16:creationId xmlns:a16="http://schemas.microsoft.com/office/drawing/2014/main" id="{48D358CF-0758-490A-A084-C46443B9ABE8}"/>
              </a:ext>
            </a:extLst>
          </p:cNvPr>
          <p:cNvSpPr>
            <a:spLocks noGrp="1"/>
          </p:cNvSpPr>
          <p:nvPr>
            <p:ph type="title" hasCustomPrompt="1"/>
          </p:nvPr>
        </p:nvSpPr>
        <p:spPr>
          <a:xfrm>
            <a:off x="7772400" y="978408"/>
            <a:ext cx="3721608" cy="1106424"/>
          </a:xfrm>
        </p:spPr>
        <p:txBody>
          <a:bodyPr rtlCol="0" anchor="ctr">
            <a:normAutofit/>
          </a:bodyPr>
          <a:lstStyle>
            <a:lvl1pPr>
              <a:defRPr sz="2800"/>
            </a:lvl1pPr>
          </a:lstStyle>
          <a:p>
            <a:pPr rtl="0"/>
            <a:r>
              <a:rPr lang="de-DE" noProof="0"/>
              <a:t>Titelmasterformat durch Klicken bearbeiten</a:t>
            </a:r>
          </a:p>
        </p:txBody>
      </p:sp>
      <p:sp>
        <p:nvSpPr>
          <p:cNvPr id="15" name="Bildplatzhalter 14">
            <a:extLst>
              <a:ext uri="{FF2B5EF4-FFF2-40B4-BE49-F238E27FC236}">
                <a16:creationId xmlns:a16="http://schemas.microsoft.com/office/drawing/2014/main" id="{D9F91D62-7A39-4697-A73D-908DBA590EFB}"/>
              </a:ext>
            </a:extLst>
          </p:cNvPr>
          <p:cNvSpPr>
            <a:spLocks noGrp="1"/>
          </p:cNvSpPr>
          <p:nvPr>
            <p:ph type="pic" sz="quarter" idx="13"/>
          </p:nvPr>
        </p:nvSpPr>
        <p:spPr>
          <a:xfrm>
            <a:off x="3767328" y="630936"/>
            <a:ext cx="3246120" cy="2688336"/>
          </a:xfrm>
        </p:spPr>
        <p:txBody>
          <a:bodyPr rtlCol="0" anchor="ctr"/>
          <a:lstStyle>
            <a:lvl1pPr algn="ctr">
              <a:buNone/>
              <a:defRPr/>
            </a:lvl1pPr>
          </a:lstStyle>
          <a:p>
            <a:pPr rtl="0"/>
            <a:r>
              <a:rPr lang="de-DE" noProof="0"/>
              <a:t>Bild durch Klicken auf Symbol hinzufügen</a:t>
            </a:r>
          </a:p>
        </p:txBody>
      </p:sp>
      <p:sp>
        <p:nvSpPr>
          <p:cNvPr id="10" name="Bildplatzhalter 14">
            <a:extLst>
              <a:ext uri="{FF2B5EF4-FFF2-40B4-BE49-F238E27FC236}">
                <a16:creationId xmlns:a16="http://schemas.microsoft.com/office/drawing/2014/main" id="{687A7A61-F904-44E0-837C-FB357932BC1E}"/>
              </a:ext>
            </a:extLst>
          </p:cNvPr>
          <p:cNvSpPr>
            <a:spLocks noGrp="1"/>
          </p:cNvSpPr>
          <p:nvPr>
            <p:ph type="pic" sz="quarter" idx="14"/>
          </p:nvPr>
        </p:nvSpPr>
        <p:spPr>
          <a:xfrm>
            <a:off x="411480" y="630936"/>
            <a:ext cx="3246120" cy="2688336"/>
          </a:xfrm>
        </p:spPr>
        <p:txBody>
          <a:bodyPr rtlCol="0" anchor="ctr"/>
          <a:lstStyle>
            <a:lvl1pPr algn="ctr">
              <a:buNone/>
              <a:defRPr/>
            </a:lvl1pPr>
          </a:lstStyle>
          <a:p>
            <a:pPr rtl="0"/>
            <a:r>
              <a:rPr lang="de-DE" noProof="0"/>
              <a:t>Bild durch Klicken auf Symbol hinzufügen</a:t>
            </a:r>
          </a:p>
        </p:txBody>
      </p:sp>
      <p:sp>
        <p:nvSpPr>
          <p:cNvPr id="5" name="Rechteck 4">
            <a:extLst>
              <a:ext uri="{FF2B5EF4-FFF2-40B4-BE49-F238E27FC236}">
                <a16:creationId xmlns:a16="http://schemas.microsoft.com/office/drawing/2014/main" id="{B3ED68CE-A00C-4DD9-8065-B0E3D033BC20}"/>
              </a:ext>
            </a:extLst>
          </p:cNvPr>
          <p:cNvSpPr/>
          <p:nvPr userDrawn="1"/>
        </p:nvSpPr>
        <p:spPr>
          <a:xfrm>
            <a:off x="7260336" y="1179576"/>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Bildplatzhalter 14">
            <a:extLst>
              <a:ext uri="{FF2B5EF4-FFF2-40B4-BE49-F238E27FC236}">
                <a16:creationId xmlns:a16="http://schemas.microsoft.com/office/drawing/2014/main" id="{FBB9124E-D1EB-4540-B1E1-DF3CD388BB27}"/>
              </a:ext>
            </a:extLst>
          </p:cNvPr>
          <p:cNvSpPr>
            <a:spLocks noGrp="1"/>
          </p:cNvSpPr>
          <p:nvPr>
            <p:ph type="pic" sz="quarter" idx="17"/>
          </p:nvPr>
        </p:nvSpPr>
        <p:spPr>
          <a:xfrm>
            <a:off x="411480" y="3438144"/>
            <a:ext cx="3246120" cy="2688336"/>
          </a:xfrm>
        </p:spPr>
        <p:txBody>
          <a:bodyPr rtlCol="0" anchor="ctr"/>
          <a:lstStyle>
            <a:lvl1pPr algn="ctr">
              <a:buNone/>
              <a:defRPr/>
            </a:lvl1pPr>
          </a:lstStyle>
          <a:p>
            <a:pPr rtl="0"/>
            <a:r>
              <a:rPr lang="de-DE" noProof="0"/>
              <a:t>Bild durch Klicken auf Symbol hinzufügen</a:t>
            </a:r>
          </a:p>
        </p:txBody>
      </p:sp>
      <p:sp>
        <p:nvSpPr>
          <p:cNvPr id="18" name="Datumsplatzhalter 17">
            <a:extLst>
              <a:ext uri="{FF2B5EF4-FFF2-40B4-BE49-F238E27FC236}">
                <a16:creationId xmlns:a16="http://schemas.microsoft.com/office/drawing/2014/main" id="{88171D0F-B23C-4DA9-9F5D-C5F480A4C5BE}"/>
              </a:ext>
            </a:extLst>
          </p:cNvPr>
          <p:cNvSpPr>
            <a:spLocks noGrp="1"/>
          </p:cNvSpPr>
          <p:nvPr>
            <p:ph type="dt" sz="half" idx="18"/>
          </p:nvPr>
        </p:nvSpPr>
        <p:spPr>
          <a:xfrm>
            <a:off x="905256" y="6356350"/>
            <a:ext cx="2743200" cy="365125"/>
          </a:xfrm>
        </p:spPr>
        <p:txBody>
          <a:bodyPr rtlCol="0"/>
          <a:lstStyle/>
          <a:p>
            <a:pPr rtl="0"/>
            <a:r>
              <a:rPr lang="de-DE" noProof="0"/>
              <a:t>04.09.20XX</a:t>
            </a:r>
          </a:p>
        </p:txBody>
      </p:sp>
      <p:sp>
        <p:nvSpPr>
          <p:cNvPr id="19" name="Fußzeilenplatzhalter 18">
            <a:extLst>
              <a:ext uri="{FF2B5EF4-FFF2-40B4-BE49-F238E27FC236}">
                <a16:creationId xmlns:a16="http://schemas.microsoft.com/office/drawing/2014/main" id="{69186A5E-A88B-4AD5-8730-E1679229BB98}"/>
              </a:ext>
            </a:extLst>
          </p:cNvPr>
          <p:cNvSpPr>
            <a:spLocks noGrp="1"/>
          </p:cNvSpPr>
          <p:nvPr>
            <p:ph type="ftr" sz="quarter" idx="19"/>
          </p:nvPr>
        </p:nvSpPr>
        <p:spPr/>
        <p:txBody>
          <a:bodyPr rtlCol="0"/>
          <a:lstStyle/>
          <a:p>
            <a:pPr rtl="0"/>
            <a:r>
              <a:rPr lang="de-DE" noProof="0"/>
              <a:t>Präsentationstitel</a:t>
            </a:r>
          </a:p>
        </p:txBody>
      </p:sp>
      <p:sp>
        <p:nvSpPr>
          <p:cNvPr id="20" name="Foliennummernplatzhalter 19">
            <a:extLst>
              <a:ext uri="{FF2B5EF4-FFF2-40B4-BE49-F238E27FC236}">
                <a16:creationId xmlns:a16="http://schemas.microsoft.com/office/drawing/2014/main" id="{FDD4F609-6DE6-4637-A216-DB19D982FF19}"/>
              </a:ext>
            </a:extLst>
          </p:cNvPr>
          <p:cNvSpPr>
            <a:spLocks noGrp="1"/>
          </p:cNvSpPr>
          <p:nvPr>
            <p:ph type="sldNum" sz="quarter" idx="20"/>
          </p:nvPr>
        </p:nvSpPr>
        <p:spPr>
          <a:xfrm>
            <a:off x="8540496" y="6356350"/>
            <a:ext cx="2743200" cy="365125"/>
          </a:xfrm>
        </p:spPr>
        <p:txBody>
          <a:bodyPr rtlCol="0"/>
          <a:lstStyle/>
          <a:p>
            <a:pPr rtl="0"/>
            <a:fld id="{A65A5C87-DF58-40C8-B092-1DE63DB4547E}" type="slidenum">
              <a:rPr lang="de-DE" noProof="0" smtClean="0"/>
              <a:t>‹Nr.›</a:t>
            </a:fld>
            <a:endParaRPr lang="de-DE" noProof="0"/>
          </a:p>
        </p:txBody>
      </p:sp>
      <p:sp>
        <p:nvSpPr>
          <p:cNvPr id="6" name="Rechteck 5">
            <a:extLst>
              <a:ext uri="{FF2B5EF4-FFF2-40B4-BE49-F238E27FC236}">
                <a16:creationId xmlns:a16="http://schemas.microsoft.com/office/drawing/2014/main" id="{525280B1-DD77-4ADB-A6FC-71309BCB66E1}"/>
              </a:ext>
            </a:extLst>
          </p:cNvPr>
          <p:cNvSpPr/>
          <p:nvPr userDrawn="1"/>
        </p:nvSpPr>
        <p:spPr>
          <a:xfrm>
            <a:off x="7792216" y="2185416"/>
            <a:ext cx="3683187"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Bildplatzhalter 14">
            <a:extLst>
              <a:ext uri="{FF2B5EF4-FFF2-40B4-BE49-F238E27FC236}">
                <a16:creationId xmlns:a16="http://schemas.microsoft.com/office/drawing/2014/main" id="{6B8374DB-2C54-426F-9768-7B838BE1F98D}"/>
              </a:ext>
            </a:extLst>
          </p:cNvPr>
          <p:cNvSpPr>
            <a:spLocks noGrp="1"/>
          </p:cNvSpPr>
          <p:nvPr>
            <p:ph type="pic" sz="quarter" idx="21"/>
          </p:nvPr>
        </p:nvSpPr>
        <p:spPr>
          <a:xfrm>
            <a:off x="3767328" y="3438144"/>
            <a:ext cx="3246120" cy="2688336"/>
          </a:xfrm>
        </p:spPr>
        <p:txBody>
          <a:bodyPr rtlCol="0" anchor="ctr"/>
          <a:lstStyle>
            <a:lvl1pPr algn="ctr">
              <a:buNone/>
              <a:defRPr/>
            </a:lvl1pPr>
          </a:lstStyle>
          <a:p>
            <a:pPr rtl="0"/>
            <a:r>
              <a:rPr lang="de-DE" noProof="0"/>
              <a:t>Bild durch Klicken auf Symbol hinzufügen</a:t>
            </a:r>
          </a:p>
        </p:txBody>
      </p:sp>
      <p:sp>
        <p:nvSpPr>
          <p:cNvPr id="8" name="Textplatzhalter 7">
            <a:extLst>
              <a:ext uri="{FF2B5EF4-FFF2-40B4-BE49-F238E27FC236}">
                <a16:creationId xmlns:a16="http://schemas.microsoft.com/office/drawing/2014/main" id="{A0D33A8D-B0BB-4920-AAC4-6EE9952AA556}"/>
              </a:ext>
            </a:extLst>
          </p:cNvPr>
          <p:cNvSpPr>
            <a:spLocks noGrp="1"/>
          </p:cNvSpPr>
          <p:nvPr>
            <p:ph type="body" sz="quarter" idx="22" hasCustomPrompt="1"/>
          </p:nvPr>
        </p:nvSpPr>
        <p:spPr>
          <a:xfrm>
            <a:off x="7772400" y="3099816"/>
            <a:ext cx="3721100" cy="447675"/>
          </a:xfrm>
        </p:spPr>
        <p:txBody>
          <a:bodyPr rtlCol="0"/>
          <a:lstStyle>
            <a:lvl1pPr marL="0" indent="0">
              <a:buNone/>
              <a:defRPr sz="1600"/>
            </a:lvl1pPr>
          </a:lstStyle>
          <a:p>
            <a:pPr lvl="0" rtl="0"/>
            <a:r>
              <a:rPr lang="de-DE" noProof="0"/>
              <a:t>Textmasterformat durch Klicken bearbeiten</a:t>
            </a:r>
          </a:p>
        </p:txBody>
      </p:sp>
      <p:sp>
        <p:nvSpPr>
          <p:cNvPr id="21" name="Textplatzhalter 7">
            <a:extLst>
              <a:ext uri="{FF2B5EF4-FFF2-40B4-BE49-F238E27FC236}">
                <a16:creationId xmlns:a16="http://schemas.microsoft.com/office/drawing/2014/main" id="{FC2F80E1-DA5D-4EBA-BDBC-FFD24776ED07}"/>
              </a:ext>
            </a:extLst>
          </p:cNvPr>
          <p:cNvSpPr>
            <a:spLocks noGrp="1"/>
          </p:cNvSpPr>
          <p:nvPr>
            <p:ph type="body" sz="quarter" idx="23" hasCustomPrompt="1"/>
          </p:nvPr>
        </p:nvSpPr>
        <p:spPr>
          <a:xfrm>
            <a:off x="7772400" y="4215384"/>
            <a:ext cx="3721100" cy="447675"/>
          </a:xfrm>
        </p:spPr>
        <p:txBody>
          <a:bodyPr rtlCol="0"/>
          <a:lstStyle>
            <a:lvl1pPr marL="0" indent="0">
              <a:buNone/>
              <a:defRPr sz="1600"/>
            </a:lvl1pPr>
          </a:lstStyle>
          <a:p>
            <a:pPr lvl="0" rtl="0"/>
            <a:r>
              <a:rPr lang="de-DE" noProof="0"/>
              <a:t>Textmasterformat durch Klicken bearbeiten</a:t>
            </a:r>
          </a:p>
        </p:txBody>
      </p:sp>
      <p:sp>
        <p:nvSpPr>
          <p:cNvPr id="22" name="Textplatzhalter 7">
            <a:extLst>
              <a:ext uri="{FF2B5EF4-FFF2-40B4-BE49-F238E27FC236}">
                <a16:creationId xmlns:a16="http://schemas.microsoft.com/office/drawing/2014/main" id="{536A3E74-5D94-4FE5-A5F8-7DA032AD48AF}"/>
              </a:ext>
            </a:extLst>
          </p:cNvPr>
          <p:cNvSpPr>
            <a:spLocks noGrp="1"/>
          </p:cNvSpPr>
          <p:nvPr>
            <p:ph type="body" sz="quarter" idx="24" hasCustomPrompt="1"/>
          </p:nvPr>
        </p:nvSpPr>
        <p:spPr>
          <a:xfrm>
            <a:off x="7772400" y="5321808"/>
            <a:ext cx="3721100" cy="447675"/>
          </a:xfrm>
        </p:spPr>
        <p:txBody>
          <a:bodyPr rtlCol="0"/>
          <a:lstStyle>
            <a:lvl1pPr marL="0" indent="0">
              <a:buNone/>
              <a:defRPr sz="1600"/>
            </a:lvl1pPr>
          </a:lstStyle>
          <a:p>
            <a:pPr lvl="0" rtl="0"/>
            <a:r>
              <a:rPr lang="de-DE" noProof="0"/>
              <a:t>Textmasterformat durch Klicken bearbeiten</a:t>
            </a:r>
          </a:p>
        </p:txBody>
      </p:sp>
      <p:sp>
        <p:nvSpPr>
          <p:cNvPr id="23" name="Bildplatzhalter 14">
            <a:extLst>
              <a:ext uri="{FF2B5EF4-FFF2-40B4-BE49-F238E27FC236}">
                <a16:creationId xmlns:a16="http://schemas.microsoft.com/office/drawing/2014/main" id="{A36D2011-9E99-44AA-8612-4EEBAAA5D036}"/>
              </a:ext>
            </a:extLst>
          </p:cNvPr>
          <p:cNvSpPr>
            <a:spLocks noGrp="1"/>
          </p:cNvSpPr>
          <p:nvPr>
            <p:ph type="pic" sz="quarter" idx="25" hasCustomPrompt="1"/>
          </p:nvPr>
        </p:nvSpPr>
        <p:spPr>
          <a:xfrm>
            <a:off x="7772400" y="2532888"/>
            <a:ext cx="457200" cy="457200"/>
          </a:xfrm>
        </p:spPr>
        <p:txBody>
          <a:bodyPr rtlCol="0" anchor="ctr"/>
          <a:lstStyle>
            <a:lvl1pPr algn="ctr">
              <a:buNone/>
              <a:defRPr sz="900"/>
            </a:lvl1pPr>
          </a:lstStyle>
          <a:p>
            <a:pPr rtl="0"/>
            <a:r>
              <a:rPr lang="de-DE" noProof="0"/>
              <a:t>Symbol</a:t>
            </a:r>
          </a:p>
        </p:txBody>
      </p:sp>
      <p:sp>
        <p:nvSpPr>
          <p:cNvPr id="24" name="Bildplatzhalter 14">
            <a:extLst>
              <a:ext uri="{FF2B5EF4-FFF2-40B4-BE49-F238E27FC236}">
                <a16:creationId xmlns:a16="http://schemas.microsoft.com/office/drawing/2014/main" id="{80B0958E-0709-4604-ADAF-A6137275F31B}"/>
              </a:ext>
            </a:extLst>
          </p:cNvPr>
          <p:cNvSpPr>
            <a:spLocks noGrp="1"/>
          </p:cNvSpPr>
          <p:nvPr>
            <p:ph type="pic" sz="quarter" idx="26" hasCustomPrompt="1"/>
          </p:nvPr>
        </p:nvSpPr>
        <p:spPr>
          <a:xfrm>
            <a:off x="7772400" y="3630168"/>
            <a:ext cx="457200" cy="457200"/>
          </a:xfrm>
        </p:spPr>
        <p:txBody>
          <a:bodyPr rtlCol="0" anchor="ctr"/>
          <a:lstStyle>
            <a:lvl1pPr algn="ctr">
              <a:buNone/>
              <a:defRPr sz="900"/>
            </a:lvl1pPr>
          </a:lstStyle>
          <a:p>
            <a:pPr rtl="0"/>
            <a:r>
              <a:rPr lang="de-DE" noProof="0"/>
              <a:t>Symbol</a:t>
            </a:r>
          </a:p>
        </p:txBody>
      </p:sp>
      <p:sp>
        <p:nvSpPr>
          <p:cNvPr id="25" name="Bildplatzhalter 14">
            <a:extLst>
              <a:ext uri="{FF2B5EF4-FFF2-40B4-BE49-F238E27FC236}">
                <a16:creationId xmlns:a16="http://schemas.microsoft.com/office/drawing/2014/main" id="{F4A09204-1398-472F-B713-0AD49188773D}"/>
              </a:ext>
            </a:extLst>
          </p:cNvPr>
          <p:cNvSpPr>
            <a:spLocks noGrp="1"/>
          </p:cNvSpPr>
          <p:nvPr>
            <p:ph type="pic" sz="quarter" idx="27" hasCustomPrompt="1"/>
          </p:nvPr>
        </p:nvSpPr>
        <p:spPr>
          <a:xfrm>
            <a:off x="7772400" y="4754880"/>
            <a:ext cx="457200" cy="457200"/>
          </a:xfrm>
        </p:spPr>
        <p:txBody>
          <a:bodyPr rtlCol="0" anchor="ctr"/>
          <a:lstStyle>
            <a:lvl1pPr algn="ctr">
              <a:buNone/>
              <a:defRPr sz="900"/>
            </a:lvl1pPr>
          </a:lstStyle>
          <a:p>
            <a:pPr rtl="0"/>
            <a:r>
              <a:rPr lang="de-DE" noProof="0"/>
              <a:t>Symbol</a:t>
            </a:r>
          </a:p>
        </p:txBody>
      </p:sp>
    </p:spTree>
    <p:extLst>
      <p:ext uri="{BB962C8B-B14F-4D97-AF65-F5344CB8AC3E}">
        <p14:creationId xmlns:p14="http://schemas.microsoft.com/office/powerpoint/2010/main" val="3439343686"/>
      </p:ext>
    </p:extLst>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useBgFill="1">
        <p:nvSpPr>
          <p:cNvPr id="7" name="Rechteck 6">
            <a:extLst>
              <a:ext uri="{FF2B5EF4-FFF2-40B4-BE49-F238E27FC236}">
                <a16:creationId xmlns:a16="http://schemas.microsoft.com/office/drawing/2014/main" id="{8C0689C4-0DB3-408B-A956-40326B4AE4C4}"/>
              </a:ext>
            </a:extLst>
          </p:cNvPr>
          <p:cNvSpPr/>
          <p:nvPr userDrawn="1"/>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hteck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el 1">
            <a:extLst>
              <a:ext uri="{FF2B5EF4-FFF2-40B4-BE49-F238E27FC236}">
                <a16:creationId xmlns:a16="http://schemas.microsoft.com/office/drawing/2014/main" id="{779454F2-0EE5-4888-AF4C-82F825E6226E}"/>
              </a:ext>
            </a:extLst>
          </p:cNvPr>
          <p:cNvSpPr>
            <a:spLocks noGrp="1"/>
          </p:cNvSpPr>
          <p:nvPr>
            <p:ph type="title" hasCustomPrompt="1"/>
          </p:nvPr>
        </p:nvSpPr>
        <p:spPr>
          <a:xfrm>
            <a:off x="1078992" y="1938528"/>
            <a:ext cx="10177272" cy="2990088"/>
          </a:xfrm>
        </p:spPr>
        <p:txBody>
          <a:bodyPr rtlCol="0">
            <a:normAutofit/>
          </a:bodyPr>
          <a:lstStyle>
            <a:lvl1pPr>
              <a:defRPr sz="5400"/>
            </a:lvl1pPr>
          </a:lstStyle>
          <a:p>
            <a:pPr rtl="0"/>
            <a:r>
              <a:rPr lang="de-DE" noProof="0"/>
              <a:t>Titelmasterformat durch Klicken bearbeiten</a:t>
            </a:r>
          </a:p>
        </p:txBody>
      </p:sp>
      <p:sp>
        <p:nvSpPr>
          <p:cNvPr id="3" name="Datumsplatzhalter 2">
            <a:extLst>
              <a:ext uri="{FF2B5EF4-FFF2-40B4-BE49-F238E27FC236}">
                <a16:creationId xmlns:a16="http://schemas.microsoft.com/office/drawing/2014/main" id="{67C91241-A315-4643-91E5-CF2C25CC903A}"/>
              </a:ext>
            </a:extLst>
          </p:cNvPr>
          <p:cNvSpPr>
            <a:spLocks noGrp="1"/>
          </p:cNvSpPr>
          <p:nvPr>
            <p:ph type="dt" sz="half" idx="10"/>
          </p:nvPr>
        </p:nvSpPr>
        <p:spPr/>
        <p:txBody>
          <a:bodyPr rtlCol="0"/>
          <a:lstStyle/>
          <a:p>
            <a:pPr rtl="0"/>
            <a:r>
              <a:rPr lang="de-DE" noProof="0"/>
              <a:t>04.09.20XX</a:t>
            </a:r>
          </a:p>
        </p:txBody>
      </p:sp>
      <p:sp>
        <p:nvSpPr>
          <p:cNvPr id="4" name="Fußzeilenplatzhalt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rtlCol="0"/>
          <a:lstStyle/>
          <a:p>
            <a:pPr rtl="0"/>
            <a:r>
              <a:rPr lang="de-DE" noProof="0"/>
              <a:t>Präsentationstitel</a:t>
            </a:r>
          </a:p>
        </p:txBody>
      </p:sp>
      <p:sp>
        <p:nvSpPr>
          <p:cNvPr id="5" name="Foliennummernplatzhalt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rtlCol="0"/>
          <a:lstStyle/>
          <a:p>
            <a:pPr rtl="0"/>
            <a:fld id="{A65A5C87-DF58-40C8-B092-1DE63DB4547E}" type="slidenum">
              <a:rPr lang="de-DE" noProof="0" smtClean="0"/>
              <a:t>‹Nr.›</a:t>
            </a:fld>
            <a:endParaRPr lang="de-DE" noProof="0"/>
          </a:p>
        </p:txBody>
      </p:sp>
    </p:spTree>
    <p:extLst>
      <p:ext uri="{BB962C8B-B14F-4D97-AF65-F5344CB8AC3E}">
        <p14:creationId xmlns:p14="http://schemas.microsoft.com/office/powerpoint/2010/main" val="1400994428"/>
      </p:ext>
    </p:extLst>
  </p:cSld>
  <p:clrMapOvr>
    <a:masterClrMapping/>
  </p:clrMapOvr>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EAC447E0-1D4D-4EF2-B81B-4B2400EE3EDB}"/>
              </a:ext>
            </a:extLst>
          </p:cNvPr>
          <p:cNvSpPr>
            <a:spLocks noGrp="1"/>
          </p:cNvSpPr>
          <p:nvPr>
            <p:ph type="dt" sz="half" idx="10"/>
          </p:nvPr>
        </p:nvSpPr>
        <p:spPr/>
        <p:txBody>
          <a:bodyPr rtlCol="0"/>
          <a:lstStyle/>
          <a:p>
            <a:pPr rtl="0"/>
            <a:r>
              <a:rPr lang="de-DE" noProof="0"/>
              <a:t>04.09.20XX</a:t>
            </a:r>
          </a:p>
        </p:txBody>
      </p:sp>
      <p:sp>
        <p:nvSpPr>
          <p:cNvPr id="3" name="Fußzeilenplatzhalt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rtlCol="0"/>
          <a:lstStyle/>
          <a:p>
            <a:pPr rtl="0"/>
            <a:r>
              <a:rPr lang="de-DE" noProof="0"/>
              <a:t>Präsentationstitel</a:t>
            </a:r>
          </a:p>
        </p:txBody>
      </p:sp>
      <p:sp>
        <p:nvSpPr>
          <p:cNvPr id="4" name="Foliennummernplatzhalt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rtlCol="0"/>
          <a:lstStyle/>
          <a:p>
            <a:pPr rtl="0"/>
            <a:fld id="{A65A5C87-DF58-40C8-B092-1DE63DB4547E}" type="slidenum">
              <a:rPr lang="de-DE" noProof="0" smtClean="0"/>
              <a:t>‹Nr.›</a:t>
            </a:fld>
            <a:endParaRPr lang="de-DE" noProof="0"/>
          </a:p>
        </p:txBody>
      </p:sp>
    </p:spTree>
    <p:extLst>
      <p:ext uri="{BB962C8B-B14F-4D97-AF65-F5344CB8AC3E}">
        <p14:creationId xmlns:p14="http://schemas.microsoft.com/office/powerpoint/2010/main" val="4060377844"/>
      </p:ext>
    </p:extLst>
  </p:cSld>
  <p:clrMapOvr>
    <a:masterClrMapping/>
  </p:clrMapOvr>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useBgFill="1">
        <p:nvSpPr>
          <p:cNvPr id="9" name="Rechteck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hteck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el 1">
            <a:extLst>
              <a:ext uri="{FF2B5EF4-FFF2-40B4-BE49-F238E27FC236}">
                <a16:creationId xmlns:a16="http://schemas.microsoft.com/office/drawing/2014/main" id="{47F7751B-CD8F-4F5B-A903-1DCE5D1E8306}"/>
              </a:ext>
            </a:extLst>
          </p:cNvPr>
          <p:cNvSpPr>
            <a:spLocks noGrp="1"/>
          </p:cNvSpPr>
          <p:nvPr>
            <p:ph type="title" hasCustomPrompt="1"/>
          </p:nvPr>
        </p:nvSpPr>
        <p:spPr>
          <a:xfrm>
            <a:off x="868680" y="1709928"/>
            <a:ext cx="3099816" cy="1709928"/>
          </a:xfrm>
        </p:spPr>
        <p:txBody>
          <a:bodyPr tIns="45720" rtlCol="0" anchor="t">
            <a:normAutofit/>
          </a:bodyPr>
          <a:lstStyle>
            <a:lvl1pPr>
              <a:lnSpc>
                <a:spcPct val="100000"/>
              </a:lnSpc>
              <a:defRPr sz="3400"/>
            </a:lvl1pPr>
          </a:lstStyle>
          <a:p>
            <a:pPr rtl="0"/>
            <a:r>
              <a:rPr lang="de-DE" noProof="0"/>
              <a:t>Titelmasterformat durch Klicken bearbeiten</a:t>
            </a:r>
          </a:p>
        </p:txBody>
      </p:sp>
      <p:sp>
        <p:nvSpPr>
          <p:cNvPr id="3" name="Inhaltsplatzhalter 2">
            <a:extLst>
              <a:ext uri="{FF2B5EF4-FFF2-40B4-BE49-F238E27FC236}">
                <a16:creationId xmlns:a16="http://schemas.microsoft.com/office/drawing/2014/main" id="{EFA55C8A-A0BB-441D-976F-EB56D4382DB6}"/>
              </a:ext>
            </a:extLst>
          </p:cNvPr>
          <p:cNvSpPr>
            <a:spLocks noGrp="1"/>
          </p:cNvSpPr>
          <p:nvPr>
            <p:ph idx="1" hasCustomPrompt="1"/>
          </p:nvPr>
        </p:nvSpPr>
        <p:spPr>
          <a:xfrm>
            <a:off x="4965192" y="1709928"/>
            <a:ext cx="6729984" cy="4096512"/>
          </a:xfrm>
        </p:spPr>
        <p:txBody>
          <a:bodyPr rtlCol="0"/>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rtl="0"/>
            <a:r>
              <a:rPr lang="de-DE" noProof="0"/>
              <a:t>Textmasterformate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4" name="Textplatzhalter 3">
            <a:extLst>
              <a:ext uri="{FF2B5EF4-FFF2-40B4-BE49-F238E27FC236}">
                <a16:creationId xmlns:a16="http://schemas.microsoft.com/office/drawing/2014/main" id="{37DE6A51-A2E5-4BFA-B571-9FDFE1BBFB44}"/>
              </a:ext>
            </a:extLst>
          </p:cNvPr>
          <p:cNvSpPr>
            <a:spLocks noGrp="1"/>
          </p:cNvSpPr>
          <p:nvPr>
            <p:ph type="body" sz="half" idx="2" hasCustomPrompt="1"/>
          </p:nvPr>
        </p:nvSpPr>
        <p:spPr>
          <a:xfrm>
            <a:off x="868680" y="3429000"/>
            <a:ext cx="3099816" cy="2066544"/>
          </a:xfrm>
        </p:spPr>
        <p:txBody>
          <a:bodyPr rtlCol="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de-DE" noProof="0"/>
              <a:t>Textmasterformate durch Klicken bearbeiten</a:t>
            </a:r>
          </a:p>
        </p:txBody>
      </p:sp>
      <p:sp>
        <p:nvSpPr>
          <p:cNvPr id="5" name="Datumsplatzhalt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rtlCol="0"/>
          <a:lstStyle/>
          <a:p>
            <a:pPr rtl="0"/>
            <a:r>
              <a:rPr lang="de-DE" noProof="0"/>
              <a:t>04.09.20XX</a:t>
            </a:r>
          </a:p>
        </p:txBody>
      </p:sp>
      <p:sp>
        <p:nvSpPr>
          <p:cNvPr id="6" name="Fußzeilenplatzhalt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rtlCol="0"/>
          <a:lstStyle/>
          <a:p>
            <a:pPr rtl="0"/>
            <a:r>
              <a:rPr lang="de-DE" noProof="0"/>
              <a:t>Präsentationstitel</a:t>
            </a:r>
          </a:p>
        </p:txBody>
      </p:sp>
      <p:sp>
        <p:nvSpPr>
          <p:cNvPr id="7" name="Foliennummernplatzhalt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rtlCol="0"/>
          <a:lstStyle/>
          <a:p>
            <a:pPr rtl="0"/>
            <a:fld id="{A65A5C87-DF58-40C8-B092-1DE63DB4547E}" type="slidenum">
              <a:rPr lang="de-DE" noProof="0" smtClean="0"/>
              <a:t>‹Nr.›</a:t>
            </a:fld>
            <a:endParaRPr lang="de-DE" noProof="0"/>
          </a:p>
        </p:txBody>
      </p:sp>
    </p:spTree>
    <p:extLst>
      <p:ext uri="{BB962C8B-B14F-4D97-AF65-F5344CB8AC3E}">
        <p14:creationId xmlns:p14="http://schemas.microsoft.com/office/powerpoint/2010/main" val="1777224510"/>
      </p:ext>
    </p:extLst>
  </p:cSld>
  <p:clrMapOvr>
    <a:masterClrMapping/>
  </p:clrMapOvr>
  <p:hf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useBgFill="1">
        <p:nvSpPr>
          <p:cNvPr id="9" name="Rechteck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hteck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el 1">
            <a:extLst>
              <a:ext uri="{FF2B5EF4-FFF2-40B4-BE49-F238E27FC236}">
                <a16:creationId xmlns:a16="http://schemas.microsoft.com/office/drawing/2014/main" id="{A0C04DCC-0E3E-4F05-9FAC-9FA6CA4B2BAE}"/>
              </a:ext>
            </a:extLst>
          </p:cNvPr>
          <p:cNvSpPr>
            <a:spLocks noGrp="1"/>
          </p:cNvSpPr>
          <p:nvPr>
            <p:ph type="title" hasCustomPrompt="1"/>
          </p:nvPr>
        </p:nvSpPr>
        <p:spPr>
          <a:xfrm>
            <a:off x="868680" y="1709928"/>
            <a:ext cx="3099816" cy="1709928"/>
          </a:xfrm>
        </p:spPr>
        <p:txBody>
          <a:bodyPr tIns="45720" rtlCol="0" anchor="t">
            <a:normAutofit/>
          </a:bodyPr>
          <a:lstStyle>
            <a:lvl1pPr>
              <a:lnSpc>
                <a:spcPct val="100000"/>
              </a:lnSpc>
              <a:defRPr sz="3400"/>
            </a:lvl1pPr>
          </a:lstStyle>
          <a:p>
            <a:pPr rtl="0"/>
            <a:r>
              <a:rPr lang="de-DE" noProof="0"/>
              <a:t>Titelmasterformat durch Klicken bearbeiten</a:t>
            </a:r>
          </a:p>
        </p:txBody>
      </p:sp>
      <p:sp>
        <p:nvSpPr>
          <p:cNvPr id="3" name="Bildplatzhalter 2">
            <a:extLst>
              <a:ext uri="{FF2B5EF4-FFF2-40B4-BE49-F238E27FC236}">
                <a16:creationId xmlns:a16="http://schemas.microsoft.com/office/drawing/2014/main" id="{EBA29649-B19F-499E-8E9A-3577EAC8F031}"/>
              </a:ext>
            </a:extLst>
          </p:cNvPr>
          <p:cNvSpPr>
            <a:spLocks noGrp="1"/>
          </p:cNvSpPr>
          <p:nvPr>
            <p:ph type="pic" idx="1" hasCustomPrompt="1"/>
          </p:nvPr>
        </p:nvSpPr>
        <p:spPr>
          <a:xfrm>
            <a:off x="4965192" y="1161288"/>
            <a:ext cx="6729984" cy="4645152"/>
          </a:xfrm>
        </p:spPr>
        <p:txBody>
          <a:bodyPr rtlCol="0">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de-DE" noProof="0"/>
              <a:t>Klicken Sie, um ein Bild hinzuzufügen.</a:t>
            </a:r>
          </a:p>
        </p:txBody>
      </p:sp>
      <p:sp>
        <p:nvSpPr>
          <p:cNvPr id="4" name="Textplatzhalter 3">
            <a:extLst>
              <a:ext uri="{FF2B5EF4-FFF2-40B4-BE49-F238E27FC236}">
                <a16:creationId xmlns:a16="http://schemas.microsoft.com/office/drawing/2014/main" id="{1BC9EF2E-A8CD-41A1-B11A-0D8842797A98}"/>
              </a:ext>
            </a:extLst>
          </p:cNvPr>
          <p:cNvSpPr>
            <a:spLocks noGrp="1"/>
          </p:cNvSpPr>
          <p:nvPr>
            <p:ph type="body" sz="half" idx="2" hasCustomPrompt="1"/>
          </p:nvPr>
        </p:nvSpPr>
        <p:spPr>
          <a:xfrm>
            <a:off x="868680" y="3438144"/>
            <a:ext cx="3099816" cy="2057400"/>
          </a:xfrm>
        </p:spPr>
        <p:txBody>
          <a:bodyPr rtlCol="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de-DE" noProof="0"/>
              <a:t>Textmasterformate durch Klicken bearbeiten</a:t>
            </a:r>
          </a:p>
        </p:txBody>
      </p:sp>
      <p:sp>
        <p:nvSpPr>
          <p:cNvPr id="5" name="Datumsplatzhalt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rtlCol="0"/>
          <a:lstStyle/>
          <a:p>
            <a:pPr rtl="0"/>
            <a:r>
              <a:rPr lang="de-DE" noProof="0"/>
              <a:t>04.09.20XX</a:t>
            </a:r>
          </a:p>
        </p:txBody>
      </p:sp>
      <p:sp>
        <p:nvSpPr>
          <p:cNvPr id="6" name="Fußzeilenplatzhalt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rtlCol="0"/>
          <a:lstStyle/>
          <a:p>
            <a:pPr rtl="0"/>
            <a:r>
              <a:rPr lang="de-DE" noProof="0"/>
              <a:t>Präsentationstitel</a:t>
            </a:r>
          </a:p>
        </p:txBody>
      </p:sp>
      <p:sp>
        <p:nvSpPr>
          <p:cNvPr id="7" name="Foliennummernplatzhalt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rtlCol="0"/>
          <a:lstStyle/>
          <a:p>
            <a:pPr rtl="0"/>
            <a:fld id="{A65A5C87-DF58-40C8-B092-1DE63DB4547E}" type="slidenum">
              <a:rPr lang="de-DE" noProof="0" smtClean="0"/>
              <a:t>‹Nr.›</a:t>
            </a:fld>
            <a:endParaRPr lang="de-DE" noProof="0"/>
          </a:p>
        </p:txBody>
      </p:sp>
    </p:spTree>
    <p:extLst>
      <p:ext uri="{BB962C8B-B14F-4D97-AF65-F5344CB8AC3E}">
        <p14:creationId xmlns:p14="http://schemas.microsoft.com/office/powerpoint/2010/main" val="433248202"/>
      </p:ext>
    </p:extLst>
  </p:cSld>
  <p:clrMapOvr>
    <a:masterClrMapping/>
  </p:clrMapOvr>
  <p:hf hdr="0" ft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de-DE" noProof="0"/>
              <a:t>Titelmasterformat durch Klicken bearbeiten</a:t>
            </a:r>
          </a:p>
        </p:txBody>
      </p:sp>
      <p:sp>
        <p:nvSpPr>
          <p:cNvPr id="3" name="Textplatzhalt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de-DE" noProof="0"/>
              <a:t>Textmasterformat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4" name="Datumsplatzhalt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rtl="0"/>
            <a:r>
              <a:rPr lang="de-DE" noProof="0"/>
              <a:t>04.09.20XX</a:t>
            </a:r>
          </a:p>
        </p:txBody>
      </p:sp>
      <p:sp>
        <p:nvSpPr>
          <p:cNvPr id="5" name="Fußzeilenplatzhalt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r>
              <a:rPr lang="de-DE" noProof="0"/>
              <a:t>Präsentationstitel</a:t>
            </a:r>
          </a:p>
        </p:txBody>
      </p:sp>
      <p:sp>
        <p:nvSpPr>
          <p:cNvPr id="6" name="Foliennummernplatzhalt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A65A5C87-DF58-40C8-B092-1DE63DB4547E}" type="slidenum">
              <a:rPr lang="de-DE" noProof="0" smtClean="0"/>
              <a:t>‹Nr.›</a:t>
            </a:fld>
            <a:endParaRPr lang="de-DE" noProof="0"/>
          </a:p>
        </p:txBody>
      </p:sp>
    </p:spTree>
    <p:extLst>
      <p:ext uri="{BB962C8B-B14F-4D97-AF65-F5344CB8AC3E}">
        <p14:creationId xmlns:p14="http://schemas.microsoft.com/office/powerpoint/2010/main" val="1785134420"/>
      </p:ext>
    </p:extLst>
  </p:cSld>
  <p:clrMap bg1="lt1" tx1="dk1" bg2="lt2" tx2="dk2" accent1="accent1" accent2="accent2" accent3="accent3" accent4="accent4" accent5="accent5" accent6="accent6" hlink="hlink" folHlink="folHlink"/>
  <p:sldLayoutIdLst>
    <p:sldLayoutId id="2147483721" r:id="rId1"/>
    <p:sldLayoutId id="2147483730" r:id="rId2"/>
    <p:sldLayoutId id="2147483731" r:id="rId3"/>
    <p:sldLayoutId id="2147483723" r:id="rId4"/>
    <p:sldLayoutId id="2147483722" r:id="rId5"/>
    <p:sldLayoutId id="2147483732" r:id="rId6"/>
    <p:sldLayoutId id="2147483736" r:id="rId7"/>
    <p:sldLayoutId id="2147483725" r:id="rId8"/>
    <p:sldLayoutId id="2147483733" r:id="rId9"/>
    <p:sldLayoutId id="2147483734" r:id="rId10"/>
    <p:sldLayoutId id="2147483735" r:id="rId11"/>
    <p:sldLayoutId id="2147483726" r:id="rId12"/>
    <p:sldLayoutId id="2147483727" r:id="rId13"/>
    <p:sldLayoutId id="2147483728" r:id="rId14"/>
    <p:sldLayoutId id="2147483729" r:id="rId15"/>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3" Type="http://schemas.openxmlformats.org/officeDocument/2006/relationships/customXml" Target="../ink/ink6.xml"/><Relationship Id="rId18" Type="http://schemas.openxmlformats.org/officeDocument/2006/relationships/image" Target="../media/image10.png"/><Relationship Id="rId26" Type="http://schemas.openxmlformats.org/officeDocument/2006/relationships/image" Target="../media/image14.png"/><Relationship Id="rId3" Type="http://schemas.openxmlformats.org/officeDocument/2006/relationships/customXml" Target="../ink/ink1.xml"/><Relationship Id="rId21" Type="http://schemas.openxmlformats.org/officeDocument/2006/relationships/customXml" Target="../ink/ink10.xml"/><Relationship Id="rId34" Type="http://schemas.openxmlformats.org/officeDocument/2006/relationships/image" Target="../media/image18.png"/><Relationship Id="rId7" Type="http://schemas.openxmlformats.org/officeDocument/2006/relationships/customXml" Target="../ink/ink3.xml"/><Relationship Id="rId12" Type="http://schemas.openxmlformats.org/officeDocument/2006/relationships/image" Target="../media/image7.png"/><Relationship Id="rId17" Type="http://schemas.openxmlformats.org/officeDocument/2006/relationships/customXml" Target="../ink/ink8.xml"/><Relationship Id="rId25" Type="http://schemas.openxmlformats.org/officeDocument/2006/relationships/customXml" Target="../ink/ink12.xml"/><Relationship Id="rId33" Type="http://schemas.openxmlformats.org/officeDocument/2006/relationships/customXml" Target="../ink/ink16.xml"/><Relationship Id="rId2" Type="http://schemas.openxmlformats.org/officeDocument/2006/relationships/image" Target="../media/image2.png"/><Relationship Id="rId16" Type="http://schemas.openxmlformats.org/officeDocument/2006/relationships/image" Target="../media/image9.png"/><Relationship Id="rId20" Type="http://schemas.openxmlformats.org/officeDocument/2006/relationships/image" Target="../media/image11.png"/><Relationship Id="rId29" Type="http://schemas.openxmlformats.org/officeDocument/2006/relationships/customXml" Target="../ink/ink14.xml"/><Relationship Id="rId1" Type="http://schemas.openxmlformats.org/officeDocument/2006/relationships/slideLayout" Target="../slideLayouts/slideLayout13.xml"/><Relationship Id="rId6" Type="http://schemas.openxmlformats.org/officeDocument/2006/relationships/image" Target="../media/image4.png"/><Relationship Id="rId11" Type="http://schemas.openxmlformats.org/officeDocument/2006/relationships/customXml" Target="../ink/ink5.xml"/><Relationship Id="rId24" Type="http://schemas.openxmlformats.org/officeDocument/2006/relationships/image" Target="../media/image13.png"/><Relationship Id="rId32" Type="http://schemas.openxmlformats.org/officeDocument/2006/relationships/image" Target="../media/image17.png"/><Relationship Id="rId5" Type="http://schemas.openxmlformats.org/officeDocument/2006/relationships/customXml" Target="../ink/ink2.xml"/><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image" Target="../media/image15.png"/><Relationship Id="rId10" Type="http://schemas.openxmlformats.org/officeDocument/2006/relationships/image" Target="../media/image6.png"/><Relationship Id="rId19" Type="http://schemas.openxmlformats.org/officeDocument/2006/relationships/customXml" Target="../ink/ink9.xml"/><Relationship Id="rId31" Type="http://schemas.openxmlformats.org/officeDocument/2006/relationships/customXml" Target="../ink/ink15.xml"/><Relationship Id="rId4" Type="http://schemas.openxmlformats.org/officeDocument/2006/relationships/image" Target="../media/image3.png"/><Relationship Id="rId9" Type="http://schemas.openxmlformats.org/officeDocument/2006/relationships/customXml" Target="../ink/ink4.xml"/><Relationship Id="rId14" Type="http://schemas.openxmlformats.org/officeDocument/2006/relationships/image" Target="../media/image8.png"/><Relationship Id="rId22" Type="http://schemas.openxmlformats.org/officeDocument/2006/relationships/image" Target="../media/image12.png"/><Relationship Id="rId27" Type="http://schemas.openxmlformats.org/officeDocument/2006/relationships/customXml" Target="../ink/ink13.xml"/><Relationship Id="rId30" Type="http://schemas.openxmlformats.org/officeDocument/2006/relationships/image" Target="../media/image16.png"/><Relationship Id="rId8"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customXml" Target="../ink/ink20.xml"/><Relationship Id="rId3" Type="http://schemas.openxmlformats.org/officeDocument/2006/relationships/customXml" Target="../ink/ink17.xml"/><Relationship Id="rId7" Type="http://schemas.openxmlformats.org/officeDocument/2006/relationships/customXml" Target="../ink/ink19.xml"/><Relationship Id="rId2" Type="http://schemas.openxmlformats.org/officeDocument/2006/relationships/image" Target="../media/image19.png"/><Relationship Id="rId1" Type="http://schemas.openxmlformats.org/officeDocument/2006/relationships/slideLayout" Target="../slideLayouts/slideLayout13.xml"/><Relationship Id="rId6" Type="http://schemas.openxmlformats.org/officeDocument/2006/relationships/image" Target="../media/image18.png"/><Relationship Id="rId5" Type="http://schemas.openxmlformats.org/officeDocument/2006/relationships/customXml" Target="../ink/ink18.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0.xml"/><Relationship Id="rId5" Type="http://schemas.openxmlformats.org/officeDocument/2006/relationships/image" Target="../media/image27.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80D9D20-B4BB-42AA-8DDD-68CC9F1D95DB}"/>
              </a:ext>
            </a:extLst>
          </p:cNvPr>
          <p:cNvSpPr>
            <a:spLocks noGrp="1"/>
          </p:cNvSpPr>
          <p:nvPr>
            <p:ph type="ctrTitle"/>
          </p:nvPr>
        </p:nvSpPr>
        <p:spPr/>
        <p:txBody>
          <a:bodyPr rtlCol="0"/>
          <a:lstStyle/>
          <a:p>
            <a:pPr rtl="0"/>
            <a:r>
              <a:rPr lang="de-DE" dirty="0"/>
              <a:t>Robotik Projekt 3 </a:t>
            </a:r>
            <a:r>
              <a:rPr lang="de-DE" sz="3600" dirty="0"/>
              <a:t>(RO45)</a:t>
            </a:r>
            <a:endParaRPr lang="de-DE" dirty="0"/>
          </a:p>
        </p:txBody>
      </p:sp>
      <p:sp>
        <p:nvSpPr>
          <p:cNvPr id="3" name="Untertitel 2">
            <a:extLst>
              <a:ext uri="{FF2B5EF4-FFF2-40B4-BE49-F238E27FC236}">
                <a16:creationId xmlns:a16="http://schemas.microsoft.com/office/drawing/2014/main" id="{ED9E8FDB-60EE-45AE-BB89-9A561A61C2AC}"/>
              </a:ext>
            </a:extLst>
          </p:cNvPr>
          <p:cNvSpPr>
            <a:spLocks noGrp="1"/>
          </p:cNvSpPr>
          <p:nvPr>
            <p:ph type="subTitle" idx="1"/>
          </p:nvPr>
        </p:nvSpPr>
        <p:spPr>
          <a:xfrm>
            <a:off x="2484120" y="4142232"/>
            <a:ext cx="7223760" cy="685800"/>
          </a:xfrm>
        </p:spPr>
        <p:txBody>
          <a:bodyPr rtlCol="0"/>
          <a:lstStyle/>
          <a:p>
            <a:pPr rtl="0"/>
            <a:r>
              <a:rPr lang="de-DE" dirty="0"/>
              <a:t>Automatische Sortieranlage</a:t>
            </a:r>
          </a:p>
        </p:txBody>
      </p:sp>
      <p:sp>
        <p:nvSpPr>
          <p:cNvPr id="4" name="TextBox 3">
            <a:extLst>
              <a:ext uri="{FF2B5EF4-FFF2-40B4-BE49-F238E27FC236}">
                <a16:creationId xmlns:a16="http://schemas.microsoft.com/office/drawing/2014/main" id="{E2251A16-241F-B671-C295-A5B1B25C1FD8}"/>
              </a:ext>
            </a:extLst>
          </p:cNvPr>
          <p:cNvSpPr txBox="1"/>
          <p:nvPr/>
        </p:nvSpPr>
        <p:spPr>
          <a:xfrm>
            <a:off x="2303266" y="4979716"/>
            <a:ext cx="758455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t>C.H.A.O.S -</a:t>
            </a:r>
            <a:r>
              <a:rPr lang="en-US" dirty="0">
                <a:ea typeface="+mn-lt"/>
                <a:cs typeface="+mn-lt"/>
              </a:rPr>
              <a:t> Cats &amp; Horned Animals </a:t>
            </a:r>
            <a:r>
              <a:rPr lang="en-US" dirty="0" err="1">
                <a:ea typeface="+mn-lt"/>
                <a:cs typeface="+mn-lt"/>
              </a:rPr>
              <a:t>Organisation</a:t>
            </a:r>
            <a:r>
              <a:rPr lang="en-US" dirty="0">
                <a:ea typeface="+mn-lt"/>
                <a:cs typeface="+mn-lt"/>
              </a:rPr>
              <a:t> System</a:t>
            </a:r>
            <a:endParaRPr lang="en-US" dirty="0"/>
          </a:p>
          <a:p>
            <a:pPr algn="ctr"/>
            <a:endParaRPr lang="en-US" dirty="0"/>
          </a:p>
        </p:txBody>
      </p:sp>
    </p:spTree>
    <p:extLst>
      <p:ext uri="{BB962C8B-B14F-4D97-AF65-F5344CB8AC3E}">
        <p14:creationId xmlns:p14="http://schemas.microsoft.com/office/powerpoint/2010/main" val="183373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5F4A85B-2AC6-4E29-B074-AB92F8FA9BB1}"/>
              </a:ext>
            </a:extLst>
          </p:cNvPr>
          <p:cNvSpPr>
            <a:spLocks noGrp="1"/>
          </p:cNvSpPr>
          <p:nvPr>
            <p:ph type="title"/>
          </p:nvPr>
        </p:nvSpPr>
        <p:spPr>
          <a:xfrm>
            <a:off x="868680" y="1709928"/>
            <a:ext cx="3099816" cy="1709928"/>
          </a:xfrm>
        </p:spPr>
        <p:txBody>
          <a:bodyPr rtlCol="0" anchor="t">
            <a:normAutofit/>
          </a:bodyPr>
          <a:lstStyle/>
          <a:p>
            <a:pPr rtl="0"/>
            <a:r>
              <a:rPr lang="de-DE"/>
              <a:t>Agenda</a:t>
            </a:r>
            <a:endParaRPr lang="de-DE" dirty="0"/>
          </a:p>
        </p:txBody>
      </p:sp>
      <p:pic>
        <p:nvPicPr>
          <p:cNvPr id="10" name="Bildplatzhalter 9">
            <a:extLst>
              <a:ext uri="{FF2B5EF4-FFF2-40B4-BE49-F238E27FC236}">
                <a16:creationId xmlns:a16="http://schemas.microsoft.com/office/drawing/2014/main" id="{8780F92C-89EF-D7F6-B4DD-0B5D27A1AAF2}"/>
              </a:ext>
            </a:extLst>
          </p:cNvPr>
          <p:cNvPicPr>
            <a:picLocks noGrp="1" noChangeAspect="1"/>
          </p:cNvPicPr>
          <p:nvPr>
            <p:ph type="pic" idx="1"/>
          </p:nvPr>
        </p:nvPicPr>
        <p:blipFill>
          <a:blip r:embed="rId3"/>
          <a:srcRect t="4885" b="4885"/>
          <a:stretch/>
        </p:blipFill>
        <p:spPr>
          <a:xfrm>
            <a:off x="4965397" y="1161288"/>
            <a:ext cx="6729573" cy="4645152"/>
          </a:xfrm>
          <a:prstGeom prst="rect">
            <a:avLst/>
          </a:prstGeom>
          <a:noFill/>
        </p:spPr>
      </p:pic>
      <p:sp>
        <p:nvSpPr>
          <p:cNvPr id="3" name="Inhaltsplatzhalter 2">
            <a:extLst>
              <a:ext uri="{FF2B5EF4-FFF2-40B4-BE49-F238E27FC236}">
                <a16:creationId xmlns:a16="http://schemas.microsoft.com/office/drawing/2014/main" id="{E32AB0EB-0819-41F4-99E9-C02FA0DAF66D}"/>
              </a:ext>
            </a:extLst>
          </p:cNvPr>
          <p:cNvSpPr>
            <a:spLocks noGrp="1"/>
          </p:cNvSpPr>
          <p:nvPr>
            <p:ph type="body" sz="half" idx="2"/>
          </p:nvPr>
        </p:nvSpPr>
        <p:spPr>
          <a:xfrm>
            <a:off x="868680" y="3438144"/>
            <a:ext cx="3099816" cy="2057400"/>
          </a:xfrm>
        </p:spPr>
        <p:txBody>
          <a:bodyPr rtlCol="0">
            <a:normAutofit/>
          </a:bodyPr>
          <a:lstStyle/>
          <a:p>
            <a:pPr marL="0" indent="0" rtl="0">
              <a:buNone/>
            </a:pPr>
            <a:r>
              <a:rPr lang="de-DE" dirty="0"/>
              <a:t>Kurzvorstellung</a:t>
            </a:r>
          </a:p>
          <a:p>
            <a:pPr marL="0" indent="0" rtl="0">
              <a:buNone/>
            </a:pPr>
            <a:r>
              <a:rPr lang="de-DE" dirty="0"/>
              <a:t>Projektmanagement</a:t>
            </a:r>
          </a:p>
          <a:p>
            <a:pPr marL="0" indent="0" rtl="0">
              <a:buNone/>
            </a:pPr>
            <a:r>
              <a:rPr lang="de-DE" dirty="0"/>
              <a:t>Aufgabenverteilung</a:t>
            </a:r>
          </a:p>
          <a:p>
            <a:pPr marL="0" indent="0" rtl="0">
              <a:buNone/>
            </a:pPr>
            <a:r>
              <a:rPr lang="de-DE" dirty="0"/>
              <a:t>Technische Umsetzung</a:t>
            </a:r>
          </a:p>
          <a:p>
            <a:pPr rtl="0"/>
            <a:endParaRPr lang="de-DE" dirty="0"/>
          </a:p>
        </p:txBody>
      </p:sp>
      <p:sp>
        <p:nvSpPr>
          <p:cNvPr id="5" name="Slide Number Placeholder 4">
            <a:extLst>
              <a:ext uri="{FF2B5EF4-FFF2-40B4-BE49-F238E27FC236}">
                <a16:creationId xmlns:a16="http://schemas.microsoft.com/office/drawing/2014/main" id="{DC8BD6D4-4939-9762-4B78-79B4B45C442E}"/>
              </a:ext>
            </a:extLst>
          </p:cNvPr>
          <p:cNvSpPr>
            <a:spLocks noGrp="1"/>
          </p:cNvSpPr>
          <p:nvPr>
            <p:ph type="sldNum" sz="quarter" idx="12"/>
          </p:nvPr>
        </p:nvSpPr>
        <p:spPr>
          <a:xfrm>
            <a:off x="8327065" y="6356350"/>
            <a:ext cx="2743200" cy="365125"/>
          </a:xfrm>
        </p:spPr>
        <p:txBody>
          <a:bodyPr/>
          <a:lstStyle/>
          <a:p>
            <a:fld id="{A65A5C87-DF58-40C8-B092-1DE63DB4547E}" type="slidenum">
              <a:rPr lang="de-DE" noProof="0" smtClean="0"/>
              <a:t>2</a:t>
            </a:fld>
            <a:endParaRPr lang="en-US"/>
          </a:p>
        </p:txBody>
      </p:sp>
    </p:spTree>
    <p:extLst>
      <p:ext uri="{BB962C8B-B14F-4D97-AF65-F5344CB8AC3E}">
        <p14:creationId xmlns:p14="http://schemas.microsoft.com/office/powerpoint/2010/main" val="416783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9501C14-7F4D-4D43-AB31-14E1B4AA1C63}"/>
              </a:ext>
            </a:extLst>
          </p:cNvPr>
          <p:cNvSpPr>
            <a:spLocks noGrp="1"/>
          </p:cNvSpPr>
          <p:nvPr>
            <p:ph type="title"/>
          </p:nvPr>
        </p:nvSpPr>
        <p:spPr/>
        <p:txBody>
          <a:bodyPr rtlCol="0"/>
          <a:lstStyle/>
          <a:p>
            <a:pPr rtl="0"/>
            <a:r>
              <a:rPr lang="de-DE" dirty="0"/>
              <a:t>Kurzvorstellung</a:t>
            </a:r>
          </a:p>
        </p:txBody>
      </p:sp>
      <p:sp>
        <p:nvSpPr>
          <p:cNvPr id="3" name="Inhaltsplatzhalter 2">
            <a:extLst>
              <a:ext uri="{FF2B5EF4-FFF2-40B4-BE49-F238E27FC236}">
                <a16:creationId xmlns:a16="http://schemas.microsoft.com/office/drawing/2014/main" id="{04141C1E-7FB9-4FD0-9195-B9ADFD18ADC1}"/>
              </a:ext>
            </a:extLst>
          </p:cNvPr>
          <p:cNvSpPr>
            <a:spLocks noGrp="1"/>
          </p:cNvSpPr>
          <p:nvPr>
            <p:ph idx="1"/>
          </p:nvPr>
        </p:nvSpPr>
        <p:spPr>
          <a:xfrm>
            <a:off x="8583693" y="1146784"/>
            <a:ext cx="2584599" cy="1468400"/>
          </a:xfrm>
          <a:ln>
            <a:solidFill>
              <a:srgbClr val="FFC000"/>
            </a:solidFill>
          </a:ln>
        </p:spPr>
        <p:txBody>
          <a:bodyPr rtlCol="0"/>
          <a:lstStyle/>
          <a:p>
            <a:pPr rtl="0"/>
            <a:r>
              <a:rPr lang="de-DE" u="sng" dirty="0"/>
              <a:t>Team Mitglieder</a:t>
            </a:r>
            <a:r>
              <a:rPr lang="de-DE" dirty="0"/>
              <a:t>:</a:t>
            </a:r>
          </a:p>
          <a:p>
            <a:pPr marL="285750" indent="-285750" rtl="0">
              <a:buFontTx/>
              <a:buChar char="-"/>
            </a:pPr>
            <a:r>
              <a:rPr lang="de-DE" dirty="0"/>
              <a:t>Linus Braun</a:t>
            </a:r>
          </a:p>
          <a:p>
            <a:pPr marL="285750" indent="-285750" rtl="0">
              <a:buFontTx/>
              <a:buChar char="-"/>
            </a:pPr>
            <a:r>
              <a:rPr lang="de-DE" dirty="0"/>
              <a:t>Patrice Wenzig</a:t>
            </a:r>
          </a:p>
        </p:txBody>
      </p:sp>
      <p:sp>
        <p:nvSpPr>
          <p:cNvPr id="9" name="Inhaltsplatzhalter 2">
            <a:extLst>
              <a:ext uri="{FF2B5EF4-FFF2-40B4-BE49-F238E27FC236}">
                <a16:creationId xmlns:a16="http://schemas.microsoft.com/office/drawing/2014/main" id="{583C290A-84D2-6DAA-CE2D-523F24CFBDCD}"/>
              </a:ext>
            </a:extLst>
          </p:cNvPr>
          <p:cNvSpPr txBox="1">
            <a:spLocks/>
          </p:cNvSpPr>
          <p:nvPr/>
        </p:nvSpPr>
        <p:spPr>
          <a:xfrm>
            <a:off x="7752325" y="3186631"/>
            <a:ext cx="3989832" cy="2825496"/>
          </a:xfrm>
          <a:prstGeom prst="rect">
            <a:avLst/>
          </a:prstGeom>
        </p:spPr>
        <p:txBody>
          <a:bodyPr vert="horz" lIns="91440" tIns="45720" rIns="91440" bIns="45720" rtlCol="0">
            <a:normAutofit/>
          </a:bodyPr>
          <a:lstStyle>
            <a:lvl1pPr marL="0" indent="0" algn="l" defTabSz="914400" rtl="0" eaLnBrk="1" latinLnBrk="0" hangingPunct="1">
              <a:lnSpc>
                <a:spcPct val="110000"/>
              </a:lnSpc>
              <a:spcBef>
                <a:spcPts val="1000"/>
              </a:spcBef>
              <a:buFont typeface="Arial" panose="020B0604020202020204" pitchFamily="34" charset="0"/>
              <a:buNone/>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de-DE" dirty="0"/>
          </a:p>
        </p:txBody>
      </p:sp>
      <p:sp>
        <p:nvSpPr>
          <p:cNvPr id="10" name="Textfeld 9">
            <a:extLst>
              <a:ext uri="{FF2B5EF4-FFF2-40B4-BE49-F238E27FC236}">
                <a16:creationId xmlns:a16="http://schemas.microsoft.com/office/drawing/2014/main" id="{1E71A010-2F5C-441A-F386-62F7C006C027}"/>
              </a:ext>
            </a:extLst>
          </p:cNvPr>
          <p:cNvSpPr txBox="1"/>
          <p:nvPr/>
        </p:nvSpPr>
        <p:spPr>
          <a:xfrm>
            <a:off x="612648" y="3429000"/>
            <a:ext cx="5296268" cy="2585323"/>
          </a:xfrm>
          <a:prstGeom prst="rect">
            <a:avLst/>
          </a:prstGeom>
          <a:noFill/>
        </p:spPr>
        <p:txBody>
          <a:bodyPr wrap="square" lIns="91440" tIns="45720" rIns="91440" bIns="45720" rtlCol="0" anchor="t">
            <a:spAutoFit/>
          </a:bodyPr>
          <a:lstStyle/>
          <a:p>
            <a:r>
              <a:rPr lang="de-DE" u="sng" dirty="0"/>
              <a:t>Projekt: </a:t>
            </a:r>
          </a:p>
          <a:p>
            <a:endParaRPr lang="de-DE" dirty="0"/>
          </a:p>
          <a:p>
            <a:r>
              <a:rPr lang="de-DE" dirty="0"/>
              <a:t>Entwickeln einer Sortieranlage. Mit Hilfe von Machine Learning, einer Kamera, einem Portalroboter sowie einem Förderband werden unterschiedliche Bauteile auf Ausschuss kontrolliert und entsprechend autonom in den zugeordneten Container einsortiert.</a:t>
            </a:r>
          </a:p>
          <a:p>
            <a:endParaRPr lang="de-DE" dirty="0"/>
          </a:p>
        </p:txBody>
      </p:sp>
      <p:sp>
        <p:nvSpPr>
          <p:cNvPr id="11" name="Textfeld 10">
            <a:extLst>
              <a:ext uri="{FF2B5EF4-FFF2-40B4-BE49-F238E27FC236}">
                <a16:creationId xmlns:a16="http://schemas.microsoft.com/office/drawing/2014/main" id="{857FBAB6-7D51-FFA1-C5C1-D17432BD39AA}"/>
              </a:ext>
            </a:extLst>
          </p:cNvPr>
          <p:cNvSpPr txBox="1"/>
          <p:nvPr/>
        </p:nvSpPr>
        <p:spPr>
          <a:xfrm>
            <a:off x="5993000" y="3429000"/>
            <a:ext cx="6020323" cy="3416320"/>
          </a:xfrm>
          <a:prstGeom prst="rect">
            <a:avLst/>
          </a:prstGeom>
          <a:noFill/>
        </p:spPr>
        <p:txBody>
          <a:bodyPr wrap="square" lIns="91440" tIns="45720" rIns="91440" bIns="45720" rtlCol="0" anchor="t">
            <a:spAutoFit/>
          </a:bodyPr>
          <a:lstStyle/>
          <a:p>
            <a:r>
              <a:rPr lang="de-DE" u="sng" dirty="0"/>
              <a:t>Zur Verfügung stehende Objekte: </a:t>
            </a:r>
          </a:p>
          <a:p>
            <a:endParaRPr lang="de-DE" dirty="0"/>
          </a:p>
          <a:p>
            <a:pPr marL="285750" indent="-285750">
              <a:buFont typeface="Arial" panose="020B0604020202020204" pitchFamily="34" charset="0"/>
              <a:buChar char="•"/>
            </a:pPr>
            <a:r>
              <a:rPr lang="de-DE" dirty="0"/>
              <a:t>Portalroboter mit "Synchronmotoren"</a:t>
            </a:r>
          </a:p>
          <a:p>
            <a:pPr marL="285750" indent="-285750">
              <a:buFont typeface="Arial" panose="020B0604020202020204" pitchFamily="34" charset="0"/>
              <a:buChar char="•"/>
            </a:pPr>
            <a:r>
              <a:rPr lang="de-DE" dirty="0"/>
              <a:t>Mikrocontroller zum Ansteuern der Achsen</a:t>
            </a:r>
          </a:p>
          <a:p>
            <a:pPr marL="285750" indent="-285750">
              <a:buFont typeface="Arial" panose="020B0604020202020204" pitchFamily="34" charset="0"/>
              <a:buChar char="•"/>
            </a:pPr>
            <a:r>
              <a:rPr lang="de-DE" dirty="0"/>
              <a:t>Kamera</a:t>
            </a:r>
          </a:p>
          <a:p>
            <a:pPr marL="285750" indent="-285750">
              <a:buFont typeface="Arial" panose="020B0604020202020204" pitchFamily="34" charset="0"/>
              <a:buChar char="•"/>
            </a:pPr>
            <a:r>
              <a:rPr lang="de-DE" dirty="0"/>
              <a:t>Förderband </a:t>
            </a:r>
          </a:p>
          <a:p>
            <a:pPr marL="285750" indent="-285750">
              <a:buFont typeface="Arial" panose="020B0604020202020204" pitchFamily="34" charset="0"/>
              <a:buChar char="•"/>
            </a:pPr>
            <a:r>
              <a:rPr lang="de-DE" dirty="0"/>
              <a:t>ROS2 </a:t>
            </a:r>
          </a:p>
          <a:p>
            <a:pPr marL="285750" indent="-285750">
              <a:buFont typeface="Arial" panose="020B0604020202020204" pitchFamily="34" charset="0"/>
              <a:buChar char="•"/>
            </a:pPr>
            <a:r>
              <a:rPr lang="de-DE" dirty="0" err="1"/>
              <a:t>MachineVision</a:t>
            </a:r>
            <a:r>
              <a:rPr lang="de-DE" dirty="0"/>
              <a:t> mit </a:t>
            </a:r>
            <a:r>
              <a:rPr lang="de-DE" dirty="0" err="1"/>
              <a:t>OpenCV</a:t>
            </a:r>
            <a:r>
              <a:rPr lang="de-DE" dirty="0"/>
              <a:t> (Python)</a:t>
            </a:r>
          </a:p>
          <a:p>
            <a:pPr marL="285750" indent="-285750">
              <a:buFont typeface="Arial" panose="020B0604020202020204" pitchFamily="34" charset="0"/>
              <a:buChar char="•"/>
            </a:pPr>
            <a:r>
              <a:rPr lang="de-DE" dirty="0" err="1"/>
              <a:t>PyTorch</a:t>
            </a:r>
            <a:r>
              <a:rPr lang="de-DE" dirty="0"/>
              <a:t>/</a:t>
            </a:r>
            <a:r>
              <a:rPr lang="de-DE" dirty="0" err="1"/>
              <a:t>scikit-learn</a:t>
            </a:r>
            <a:r>
              <a:rPr lang="de-DE" dirty="0"/>
              <a:t> für </a:t>
            </a:r>
            <a:r>
              <a:rPr lang="de-DE" dirty="0" err="1"/>
              <a:t>Machine</a:t>
            </a:r>
            <a:r>
              <a:rPr lang="de-DE" dirty="0"/>
              <a:t> Learning Komponente</a:t>
            </a:r>
          </a:p>
          <a:p>
            <a:pPr marL="285750" indent="-285750">
              <a:buFont typeface="Arial" panose="020B0604020202020204" pitchFamily="34" charset="0"/>
              <a:buChar char="•"/>
            </a:pPr>
            <a:endParaRPr lang="de-DE" dirty="0"/>
          </a:p>
          <a:p>
            <a:endParaRPr lang="de-DE" dirty="0"/>
          </a:p>
        </p:txBody>
      </p:sp>
      <p:sp>
        <p:nvSpPr>
          <p:cNvPr id="8" name="Slide Number Placeholder 4">
            <a:extLst>
              <a:ext uri="{FF2B5EF4-FFF2-40B4-BE49-F238E27FC236}">
                <a16:creationId xmlns:a16="http://schemas.microsoft.com/office/drawing/2014/main" id="{87719509-66B0-EFA4-4316-3FA2921FA806}"/>
              </a:ext>
            </a:extLst>
          </p:cNvPr>
          <p:cNvSpPr>
            <a:spLocks noGrp="1"/>
          </p:cNvSpPr>
          <p:nvPr>
            <p:ph type="sldNum" sz="quarter" idx="12"/>
          </p:nvPr>
        </p:nvSpPr>
        <p:spPr>
          <a:xfrm>
            <a:off x="8327065" y="6356350"/>
            <a:ext cx="2743200" cy="365125"/>
          </a:xfrm>
        </p:spPr>
        <p:txBody>
          <a:bodyPr/>
          <a:lstStyle/>
          <a:p>
            <a:fld id="{A65A5C87-DF58-40C8-B092-1DE63DB4547E}" type="slidenum">
              <a:rPr lang="de-DE" noProof="0" smtClean="0"/>
              <a:t>3</a:t>
            </a:fld>
            <a:endParaRPr lang="en-US"/>
          </a:p>
        </p:txBody>
      </p:sp>
    </p:spTree>
    <p:extLst>
      <p:ext uri="{BB962C8B-B14F-4D97-AF65-F5344CB8AC3E}">
        <p14:creationId xmlns:p14="http://schemas.microsoft.com/office/powerpoint/2010/main" val="1471384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26D3A99-BC9D-4DC2-BE1B-9E2C93EDD294}"/>
              </a:ext>
            </a:extLst>
          </p:cNvPr>
          <p:cNvSpPr>
            <a:spLocks noGrp="1"/>
          </p:cNvSpPr>
          <p:nvPr>
            <p:ph type="title"/>
          </p:nvPr>
        </p:nvSpPr>
        <p:spPr/>
        <p:txBody>
          <a:bodyPr rtlCol="0"/>
          <a:lstStyle/>
          <a:p>
            <a:pPr rtl="0"/>
            <a:r>
              <a:rPr lang="de-DE" dirty="0"/>
              <a:t>Projektmanagement</a:t>
            </a:r>
          </a:p>
        </p:txBody>
      </p:sp>
      <p:sp>
        <p:nvSpPr>
          <p:cNvPr id="3" name="Textplatzhalter 2">
            <a:extLst>
              <a:ext uri="{FF2B5EF4-FFF2-40B4-BE49-F238E27FC236}">
                <a16:creationId xmlns:a16="http://schemas.microsoft.com/office/drawing/2014/main" id="{817D061C-023A-4DD9-8847-DD7718553EA4}"/>
              </a:ext>
            </a:extLst>
          </p:cNvPr>
          <p:cNvSpPr>
            <a:spLocks noGrp="1"/>
          </p:cNvSpPr>
          <p:nvPr>
            <p:ph type="body" idx="1"/>
          </p:nvPr>
        </p:nvSpPr>
        <p:spPr>
          <a:xfrm>
            <a:off x="8507073" y="1938528"/>
            <a:ext cx="2794911" cy="2990088"/>
          </a:xfrm>
        </p:spPr>
        <p:txBody>
          <a:bodyPr rtlCol="0">
            <a:normAutofit/>
          </a:bodyPr>
          <a:lstStyle/>
          <a:p>
            <a:pPr marL="342900" indent="-342900" rtl="0">
              <a:buFont typeface="Arial" panose="020B0604020202020204" pitchFamily="34" charset="0"/>
              <a:buChar char="•"/>
            </a:pPr>
            <a:r>
              <a:rPr lang="de-DE" sz="2000" dirty="0">
                <a:solidFill>
                  <a:schemeClr val="tx1"/>
                </a:solidFill>
              </a:rPr>
              <a:t>Meilensteine </a:t>
            </a:r>
            <a:endParaRPr lang="en-US">
              <a:solidFill>
                <a:schemeClr val="tx1"/>
              </a:solidFill>
            </a:endParaRPr>
          </a:p>
          <a:p>
            <a:pPr marL="342900" indent="-342900" rtl="0">
              <a:buFont typeface="Arial" panose="020B0604020202020204" pitchFamily="34" charset="0"/>
              <a:buChar char="•"/>
            </a:pPr>
            <a:r>
              <a:rPr lang="de-DE" sz="2000" dirty="0">
                <a:solidFill>
                  <a:schemeClr val="tx1"/>
                </a:solidFill>
              </a:rPr>
              <a:t>Risikomanagement</a:t>
            </a:r>
          </a:p>
        </p:txBody>
      </p:sp>
      <p:sp>
        <p:nvSpPr>
          <p:cNvPr id="5" name="Inhaltsplatzhalter 2">
            <a:extLst>
              <a:ext uri="{FF2B5EF4-FFF2-40B4-BE49-F238E27FC236}">
                <a16:creationId xmlns:a16="http://schemas.microsoft.com/office/drawing/2014/main" id="{AAD7CBA6-F896-1BF4-7EF3-E445EF0BAB05}"/>
              </a:ext>
            </a:extLst>
          </p:cNvPr>
          <p:cNvSpPr txBox="1">
            <a:spLocks/>
          </p:cNvSpPr>
          <p:nvPr/>
        </p:nvSpPr>
        <p:spPr>
          <a:xfrm>
            <a:off x="9486959" y="5499679"/>
            <a:ext cx="1812095" cy="1360377"/>
          </a:xfrm>
          <a:prstGeom prst="rect">
            <a:avLst/>
          </a:prstGeom>
        </p:spPr>
        <p:txBody>
          <a:bodyPr lIns="91440" tIns="45720" rIns="91440" bIns="45720" rtlCol="0" anchor="t">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DE" sz="1200" dirty="0"/>
              <a:t>Kurzvorstellung</a:t>
            </a:r>
          </a:p>
          <a:p>
            <a:pPr marL="0" indent="0">
              <a:buFont typeface="Arial" panose="020B0604020202020204" pitchFamily="34" charset="0"/>
              <a:buNone/>
            </a:pPr>
            <a:r>
              <a:rPr lang="de-DE" sz="1200" b="1" dirty="0"/>
              <a:t>Projektmanagement</a:t>
            </a:r>
          </a:p>
          <a:p>
            <a:pPr marL="0" indent="0">
              <a:buFont typeface="Arial" panose="020B0604020202020204" pitchFamily="34" charset="0"/>
              <a:buNone/>
            </a:pPr>
            <a:r>
              <a:rPr lang="de-DE" sz="1200" dirty="0"/>
              <a:t>Aufgabenverteilung</a:t>
            </a:r>
          </a:p>
          <a:p>
            <a:pPr marL="0" indent="0">
              <a:buFont typeface="Arial" panose="020B0604020202020204" pitchFamily="34" charset="0"/>
              <a:buNone/>
            </a:pPr>
            <a:r>
              <a:rPr lang="de-DE" sz="1200"/>
              <a:t>Technische Umsetzung</a:t>
            </a:r>
          </a:p>
        </p:txBody>
      </p:sp>
    </p:spTree>
    <p:extLst>
      <p:ext uri="{BB962C8B-B14F-4D97-AF65-F5344CB8AC3E}">
        <p14:creationId xmlns:p14="http://schemas.microsoft.com/office/powerpoint/2010/main" val="2177544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el 19">
            <a:extLst>
              <a:ext uri="{FF2B5EF4-FFF2-40B4-BE49-F238E27FC236}">
                <a16:creationId xmlns:a16="http://schemas.microsoft.com/office/drawing/2014/main" id="{3B0FAD77-BC9B-4F5F-94D5-AA246F14F9D9}"/>
              </a:ext>
            </a:extLst>
          </p:cNvPr>
          <p:cNvSpPr>
            <a:spLocks noGrp="1"/>
          </p:cNvSpPr>
          <p:nvPr>
            <p:ph type="title"/>
          </p:nvPr>
        </p:nvSpPr>
        <p:spPr/>
        <p:txBody>
          <a:bodyPr rtlCol="0"/>
          <a:lstStyle/>
          <a:p>
            <a:pPr rtl="0"/>
            <a:r>
              <a:rPr lang="de-DE"/>
              <a:t>Meilensteine</a:t>
            </a:r>
          </a:p>
        </p:txBody>
      </p:sp>
      <p:sp>
        <p:nvSpPr>
          <p:cNvPr id="13" name="Datumsplatzhalter 12">
            <a:extLst>
              <a:ext uri="{FF2B5EF4-FFF2-40B4-BE49-F238E27FC236}">
                <a16:creationId xmlns:a16="http://schemas.microsoft.com/office/drawing/2014/main" id="{4247F24F-FEDE-4BA9-AF7F-3B64E28D080E}"/>
              </a:ext>
            </a:extLst>
          </p:cNvPr>
          <p:cNvSpPr>
            <a:spLocks noGrp="1"/>
          </p:cNvSpPr>
          <p:nvPr>
            <p:ph type="dt" sz="half" idx="32"/>
          </p:nvPr>
        </p:nvSpPr>
        <p:spPr/>
        <p:txBody>
          <a:bodyPr rtlCol="0"/>
          <a:lstStyle/>
          <a:p>
            <a:pPr>
              <a:spcAft>
                <a:spcPts val="600"/>
              </a:spcAft>
            </a:pPr>
            <a:r>
              <a:rPr lang="de-DE"/>
              <a:t>30.03.2026</a:t>
            </a:r>
          </a:p>
        </p:txBody>
      </p:sp>
      <p:graphicFrame>
        <p:nvGraphicFramePr>
          <p:cNvPr id="3" name="Inhaltsplatzhalter 3" descr="Zeitachse">
            <a:extLst>
              <a:ext uri="{FF2B5EF4-FFF2-40B4-BE49-F238E27FC236}">
                <a16:creationId xmlns:a16="http://schemas.microsoft.com/office/drawing/2014/main" id="{FE76B44C-5203-EB02-270B-A324564656A6}"/>
              </a:ext>
            </a:extLst>
          </p:cNvPr>
          <p:cNvGraphicFramePr>
            <a:graphicFrameLocks/>
          </p:cNvGraphicFramePr>
          <p:nvPr>
            <p:extLst>
              <p:ext uri="{D42A27DB-BD31-4B8C-83A1-F6EECF244321}">
                <p14:modId xmlns:p14="http://schemas.microsoft.com/office/powerpoint/2010/main" val="2144184102"/>
              </p:ext>
            </p:extLst>
          </p:nvPr>
        </p:nvGraphicFramePr>
        <p:xfrm>
          <a:off x="838200" y="1843547"/>
          <a:ext cx="10515600" cy="43334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87" name="Slide Number Placeholder 586">
            <a:extLst>
              <a:ext uri="{FF2B5EF4-FFF2-40B4-BE49-F238E27FC236}">
                <a16:creationId xmlns:a16="http://schemas.microsoft.com/office/drawing/2014/main" id="{180387F1-F2AA-3C80-B067-C6A672623229}"/>
              </a:ext>
            </a:extLst>
          </p:cNvPr>
          <p:cNvSpPr>
            <a:spLocks noGrp="1"/>
          </p:cNvSpPr>
          <p:nvPr>
            <p:ph type="sldNum" sz="quarter" idx="34"/>
          </p:nvPr>
        </p:nvSpPr>
        <p:spPr/>
        <p:txBody>
          <a:bodyPr/>
          <a:lstStyle/>
          <a:p>
            <a:fld id="{A65A5C87-DF58-40C8-B092-1DE63DB4547E}" type="slidenum">
              <a:rPr lang="de-DE" noProof="0" smtClean="0"/>
              <a:t>5</a:t>
            </a:fld>
            <a:endParaRPr lang="en-US"/>
          </a:p>
        </p:txBody>
      </p:sp>
    </p:spTree>
    <p:extLst>
      <p:ext uri="{BB962C8B-B14F-4D97-AF65-F5344CB8AC3E}">
        <p14:creationId xmlns:p14="http://schemas.microsoft.com/office/powerpoint/2010/main" val="3352130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63708-30BD-9A68-B084-13B6FB27BF1A}"/>
            </a:ext>
          </a:extLst>
        </p:cNvPr>
        <p:cNvGrpSpPr/>
        <p:nvPr/>
      </p:nvGrpSpPr>
      <p:grpSpPr>
        <a:xfrm>
          <a:off x="0" y="0"/>
          <a:ext cx="0" cy="0"/>
          <a:chOff x="0" y="0"/>
          <a:chExt cx="0" cy="0"/>
        </a:xfrm>
      </p:grpSpPr>
      <p:sp>
        <p:nvSpPr>
          <p:cNvPr id="20" name="Titel 19">
            <a:extLst>
              <a:ext uri="{FF2B5EF4-FFF2-40B4-BE49-F238E27FC236}">
                <a16:creationId xmlns:a16="http://schemas.microsoft.com/office/drawing/2014/main" id="{F29E9855-3928-6675-F0AF-7A1F79032205}"/>
              </a:ext>
            </a:extLst>
          </p:cNvPr>
          <p:cNvSpPr>
            <a:spLocks noGrp="1"/>
          </p:cNvSpPr>
          <p:nvPr>
            <p:ph type="title"/>
          </p:nvPr>
        </p:nvSpPr>
        <p:spPr/>
        <p:txBody>
          <a:bodyPr rtlCol="0"/>
          <a:lstStyle/>
          <a:p>
            <a:pPr rtl="0"/>
            <a:r>
              <a:rPr lang="de-DE" dirty="0"/>
              <a:t>Risikomanagement</a:t>
            </a:r>
          </a:p>
        </p:txBody>
      </p:sp>
      <p:sp>
        <p:nvSpPr>
          <p:cNvPr id="13" name="Datumsplatzhalter 12">
            <a:extLst>
              <a:ext uri="{FF2B5EF4-FFF2-40B4-BE49-F238E27FC236}">
                <a16:creationId xmlns:a16="http://schemas.microsoft.com/office/drawing/2014/main" id="{CD60F182-0786-20A8-EC37-EF5F7DF51C80}"/>
              </a:ext>
            </a:extLst>
          </p:cNvPr>
          <p:cNvSpPr>
            <a:spLocks noGrp="1"/>
          </p:cNvSpPr>
          <p:nvPr>
            <p:ph type="dt" sz="half" idx="32"/>
          </p:nvPr>
        </p:nvSpPr>
        <p:spPr/>
        <p:txBody>
          <a:bodyPr rtlCol="0"/>
          <a:lstStyle/>
          <a:p>
            <a:r>
              <a:rPr lang="de-DE" dirty="0"/>
              <a:t>30.03.2026</a:t>
            </a:r>
          </a:p>
          <a:p>
            <a:pPr rtl="0"/>
            <a:endParaRPr lang="de-DE" dirty="0"/>
          </a:p>
        </p:txBody>
      </p:sp>
      <p:sp>
        <p:nvSpPr>
          <p:cNvPr id="2" name="Textfeld 1">
            <a:extLst>
              <a:ext uri="{FF2B5EF4-FFF2-40B4-BE49-F238E27FC236}">
                <a16:creationId xmlns:a16="http://schemas.microsoft.com/office/drawing/2014/main" id="{941F0F0F-1A49-7EC8-BC9D-ADC7E45191F9}"/>
              </a:ext>
            </a:extLst>
          </p:cNvPr>
          <p:cNvSpPr txBox="1"/>
          <p:nvPr/>
        </p:nvSpPr>
        <p:spPr>
          <a:xfrm>
            <a:off x="1115568" y="2477729"/>
            <a:ext cx="8175916" cy="3139321"/>
          </a:xfrm>
          <a:prstGeom prst="rect">
            <a:avLst/>
          </a:prstGeom>
          <a:noFill/>
        </p:spPr>
        <p:txBody>
          <a:bodyPr wrap="square" lIns="91440" tIns="45720" rIns="91440" bIns="45720" rtlCol="0" anchor="t">
            <a:spAutoFit/>
          </a:bodyPr>
          <a:lstStyle/>
          <a:p>
            <a:pPr marL="285750" indent="-285750">
              <a:buFont typeface="Wingdings" panose="05000000000000000000" pitchFamily="2" charset="2"/>
              <a:buChar char="v"/>
            </a:pPr>
            <a:r>
              <a:rPr lang="de-DE" dirty="0"/>
              <a:t>Ausfall eines der beiden relevanten Teammitgliedern</a:t>
            </a:r>
          </a:p>
          <a:p>
            <a:pPr marL="742950" lvl="1" indent="-285750">
              <a:buFontTx/>
              <a:buChar char="-"/>
            </a:pPr>
            <a:r>
              <a:rPr lang="de-DE" dirty="0"/>
              <a:t>Aufgabenverteilung variabel gestaltet</a:t>
            </a:r>
          </a:p>
          <a:p>
            <a:pPr marL="742950" lvl="1" indent="-285750">
              <a:buFontTx/>
              <a:buChar char="-"/>
            </a:pPr>
            <a:endParaRPr lang="de-DE" dirty="0"/>
          </a:p>
          <a:p>
            <a:pPr marL="285750" indent="-285750">
              <a:buFont typeface="Wingdings" panose="05000000000000000000" pitchFamily="2" charset="2"/>
              <a:buChar char="v"/>
            </a:pPr>
            <a:r>
              <a:rPr lang="de-DE"/>
              <a:t>Hardware Probleme</a:t>
            </a:r>
          </a:p>
          <a:p>
            <a:pPr marL="742950" lvl="1" indent="-285750">
              <a:buFont typeface="Arial" panose="020B0604020202020204" pitchFamily="34" charset="0"/>
              <a:buChar char="•"/>
            </a:pPr>
            <a:r>
              <a:rPr lang="de-DE" dirty="0"/>
              <a:t>Reparatur von fachspezifischer Abteilung</a:t>
            </a:r>
          </a:p>
          <a:p>
            <a:pPr marL="742950" lvl="1" indent="-285750">
              <a:buFont typeface="Arial,Sans-Serif" panose="020B0604020202020204" pitchFamily="34" charset="0"/>
              <a:buChar char="•"/>
            </a:pPr>
            <a:r>
              <a:rPr lang="de-DE"/>
              <a:t>Hardware ersetzen </a:t>
            </a:r>
          </a:p>
          <a:p>
            <a:pPr marL="285750" indent="-285750">
              <a:buFontTx/>
              <a:buChar char="-"/>
            </a:pPr>
            <a:endParaRPr lang="de-DE" dirty="0"/>
          </a:p>
          <a:p>
            <a:pPr marL="285750" indent="-285750">
              <a:buFont typeface="Wingdings" panose="05000000000000000000" pitchFamily="2" charset="2"/>
              <a:buChar char="v"/>
            </a:pPr>
            <a:r>
              <a:rPr lang="de-DE" dirty="0"/>
              <a:t>Nicht Einhalten der geplanten Entwicklungszeiten</a:t>
            </a:r>
          </a:p>
          <a:p>
            <a:pPr marL="742950" lvl="1" indent="-285750">
              <a:buFont typeface="Arial" panose="020B0604020202020204" pitchFamily="34" charset="0"/>
              <a:buChar char="•"/>
            </a:pPr>
            <a:r>
              <a:rPr lang="de-DE" dirty="0"/>
              <a:t>Pufferzeiten einplanen </a:t>
            </a:r>
          </a:p>
          <a:p>
            <a:pPr marL="742950" lvl="1" indent="-285750">
              <a:buFont typeface="Arial" panose="020B0604020202020204" pitchFamily="34" charset="0"/>
              <a:buChar char="•"/>
            </a:pPr>
            <a:r>
              <a:rPr lang="de-DE" dirty="0"/>
              <a:t>Verschieben der Deadline</a:t>
            </a:r>
          </a:p>
          <a:p>
            <a:pPr marL="742950" lvl="1" indent="-285750">
              <a:buFontTx/>
              <a:buChar char="-"/>
            </a:pPr>
            <a:endParaRPr lang="de-DE" dirty="0"/>
          </a:p>
        </p:txBody>
      </p:sp>
      <p:sp>
        <p:nvSpPr>
          <p:cNvPr id="4" name="Slide Number Placeholder 3">
            <a:extLst>
              <a:ext uri="{FF2B5EF4-FFF2-40B4-BE49-F238E27FC236}">
                <a16:creationId xmlns:a16="http://schemas.microsoft.com/office/drawing/2014/main" id="{19EF868E-751E-1EF3-FE6C-7E32E08E5B04}"/>
              </a:ext>
            </a:extLst>
          </p:cNvPr>
          <p:cNvSpPr>
            <a:spLocks noGrp="1"/>
          </p:cNvSpPr>
          <p:nvPr>
            <p:ph type="sldNum" sz="quarter" idx="34"/>
          </p:nvPr>
        </p:nvSpPr>
        <p:spPr/>
        <p:txBody>
          <a:bodyPr/>
          <a:lstStyle/>
          <a:p>
            <a:fld id="{A65A5C87-DF58-40C8-B092-1DE63DB4547E}" type="slidenum">
              <a:rPr lang="de-DE" noProof="0" smtClean="0"/>
              <a:t>6</a:t>
            </a:fld>
            <a:endParaRPr lang="en-US"/>
          </a:p>
        </p:txBody>
      </p:sp>
    </p:spTree>
    <p:extLst>
      <p:ext uri="{BB962C8B-B14F-4D97-AF65-F5344CB8AC3E}">
        <p14:creationId xmlns:p14="http://schemas.microsoft.com/office/powerpoint/2010/main" val="9107650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76858-8DCB-5FF5-18E3-63C596CD163E}"/>
            </a:ext>
          </a:extLst>
        </p:cNvPr>
        <p:cNvGrpSpPr/>
        <p:nvPr/>
      </p:nvGrpSpPr>
      <p:grpSpPr>
        <a:xfrm>
          <a:off x="0" y="0"/>
          <a:ext cx="0" cy="0"/>
          <a:chOff x="0" y="0"/>
          <a:chExt cx="0" cy="0"/>
        </a:xfrm>
      </p:grpSpPr>
      <p:sp>
        <p:nvSpPr>
          <p:cNvPr id="20" name="Titel 19">
            <a:extLst>
              <a:ext uri="{FF2B5EF4-FFF2-40B4-BE49-F238E27FC236}">
                <a16:creationId xmlns:a16="http://schemas.microsoft.com/office/drawing/2014/main" id="{2D36901E-6E6D-C2FF-BC80-337A7FF5D4FF}"/>
              </a:ext>
            </a:extLst>
          </p:cNvPr>
          <p:cNvSpPr>
            <a:spLocks noGrp="1"/>
          </p:cNvSpPr>
          <p:nvPr>
            <p:ph type="title"/>
          </p:nvPr>
        </p:nvSpPr>
        <p:spPr/>
        <p:txBody>
          <a:bodyPr rtlCol="0"/>
          <a:lstStyle/>
          <a:p>
            <a:pPr rtl="0"/>
            <a:r>
              <a:rPr lang="de-DE" dirty="0"/>
              <a:t>Arbeitsverteilung</a:t>
            </a:r>
          </a:p>
        </p:txBody>
      </p:sp>
      <p:sp>
        <p:nvSpPr>
          <p:cNvPr id="13" name="Datumsplatzhalter 12">
            <a:extLst>
              <a:ext uri="{FF2B5EF4-FFF2-40B4-BE49-F238E27FC236}">
                <a16:creationId xmlns:a16="http://schemas.microsoft.com/office/drawing/2014/main" id="{0655C354-0AAA-280F-64D4-CC73F6AB8001}"/>
              </a:ext>
            </a:extLst>
          </p:cNvPr>
          <p:cNvSpPr>
            <a:spLocks noGrp="1"/>
          </p:cNvSpPr>
          <p:nvPr>
            <p:ph type="dt" sz="half" idx="32"/>
          </p:nvPr>
        </p:nvSpPr>
        <p:spPr/>
        <p:txBody>
          <a:bodyPr rtlCol="0"/>
          <a:lstStyle/>
          <a:p>
            <a:r>
              <a:rPr lang="de-DE" dirty="0"/>
              <a:t>30.03.2026</a:t>
            </a:r>
          </a:p>
          <a:p>
            <a:pPr rtl="0"/>
            <a:endParaRPr lang="de-DE" dirty="0"/>
          </a:p>
        </p:txBody>
      </p:sp>
      <p:sp>
        <p:nvSpPr>
          <p:cNvPr id="2" name="Textfeld 1">
            <a:extLst>
              <a:ext uri="{FF2B5EF4-FFF2-40B4-BE49-F238E27FC236}">
                <a16:creationId xmlns:a16="http://schemas.microsoft.com/office/drawing/2014/main" id="{94D74E64-85C4-6F02-EAA0-95156E7570C8}"/>
              </a:ext>
            </a:extLst>
          </p:cNvPr>
          <p:cNvSpPr txBox="1"/>
          <p:nvPr/>
        </p:nvSpPr>
        <p:spPr>
          <a:xfrm>
            <a:off x="833284" y="2529348"/>
            <a:ext cx="10596716" cy="400110"/>
          </a:xfrm>
          <a:prstGeom prst="rect">
            <a:avLst/>
          </a:prstGeom>
          <a:noFill/>
        </p:spPr>
        <p:txBody>
          <a:bodyPr wrap="square" rtlCol="0">
            <a:spAutoFit/>
          </a:bodyPr>
          <a:lstStyle/>
          <a:p>
            <a:r>
              <a:rPr lang="de-DE" sz="2000" b="1" dirty="0"/>
              <a:t>Grundlegende Arbeitsverteilung angelehnt an SCRUM</a:t>
            </a:r>
          </a:p>
        </p:txBody>
      </p:sp>
      <p:sp>
        <p:nvSpPr>
          <p:cNvPr id="5" name="Textfeld 4">
            <a:extLst>
              <a:ext uri="{FF2B5EF4-FFF2-40B4-BE49-F238E27FC236}">
                <a16:creationId xmlns:a16="http://schemas.microsoft.com/office/drawing/2014/main" id="{EE0E4DA1-0FC1-F9A2-CF01-97022A960C93}"/>
              </a:ext>
            </a:extLst>
          </p:cNvPr>
          <p:cNvSpPr txBox="1"/>
          <p:nvPr/>
        </p:nvSpPr>
        <p:spPr>
          <a:xfrm>
            <a:off x="833284" y="3379979"/>
            <a:ext cx="7405460" cy="646331"/>
          </a:xfrm>
          <a:prstGeom prst="rect">
            <a:avLst/>
          </a:prstGeom>
          <a:noFill/>
        </p:spPr>
        <p:txBody>
          <a:bodyPr wrap="square" rtlCol="0">
            <a:spAutoFit/>
          </a:bodyPr>
          <a:lstStyle/>
          <a:p>
            <a:r>
              <a:rPr lang="de-DE" dirty="0"/>
              <a:t>Einzelne Arbeitspakete pro Meilenstein werden zu Beginn des Meilensteins im Team besprochen und vergeben. </a:t>
            </a:r>
          </a:p>
        </p:txBody>
      </p:sp>
      <p:sp>
        <p:nvSpPr>
          <p:cNvPr id="4" name="Slide Number Placeholder 3">
            <a:extLst>
              <a:ext uri="{FF2B5EF4-FFF2-40B4-BE49-F238E27FC236}">
                <a16:creationId xmlns:a16="http://schemas.microsoft.com/office/drawing/2014/main" id="{68C3F867-3E9E-2B27-7F06-470404D89A6D}"/>
              </a:ext>
            </a:extLst>
          </p:cNvPr>
          <p:cNvSpPr>
            <a:spLocks noGrp="1"/>
          </p:cNvSpPr>
          <p:nvPr>
            <p:ph type="sldNum" sz="quarter" idx="34"/>
          </p:nvPr>
        </p:nvSpPr>
        <p:spPr/>
        <p:txBody>
          <a:bodyPr/>
          <a:lstStyle/>
          <a:p>
            <a:fld id="{A65A5C87-DF58-40C8-B092-1DE63DB4547E}" type="slidenum">
              <a:rPr lang="de-DE" noProof="0" smtClean="0"/>
              <a:t>7</a:t>
            </a:fld>
            <a:endParaRPr lang="en-US"/>
          </a:p>
        </p:txBody>
      </p:sp>
      <p:sp>
        <p:nvSpPr>
          <p:cNvPr id="7" name="Inhaltsplatzhalter 2">
            <a:extLst>
              <a:ext uri="{FF2B5EF4-FFF2-40B4-BE49-F238E27FC236}">
                <a16:creationId xmlns:a16="http://schemas.microsoft.com/office/drawing/2014/main" id="{A28D0848-67A6-1D90-3C9D-3461870759D1}"/>
              </a:ext>
            </a:extLst>
          </p:cNvPr>
          <p:cNvSpPr txBox="1">
            <a:spLocks/>
          </p:cNvSpPr>
          <p:nvPr/>
        </p:nvSpPr>
        <p:spPr>
          <a:xfrm>
            <a:off x="9286122" y="5499679"/>
            <a:ext cx="1812095" cy="1360377"/>
          </a:xfrm>
          <a:prstGeom prst="rect">
            <a:avLst/>
          </a:prstGeom>
        </p:spPr>
        <p:txBody>
          <a:bodyPr lIns="91440" tIns="45720" rIns="91440" bIns="45720" rtlCol="0" anchor="t">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DE" sz="1200" dirty="0"/>
              <a:t>Kurzvorstellung</a:t>
            </a:r>
          </a:p>
          <a:p>
            <a:pPr marL="0" indent="0">
              <a:buFont typeface="Arial" panose="020B0604020202020204" pitchFamily="34" charset="0"/>
              <a:buNone/>
            </a:pPr>
            <a:r>
              <a:rPr lang="de-DE" sz="1200" dirty="0"/>
              <a:t>Projektmanagement</a:t>
            </a:r>
          </a:p>
          <a:p>
            <a:pPr marL="0" indent="0">
              <a:buNone/>
            </a:pPr>
            <a:r>
              <a:rPr lang="de-DE" sz="1200" b="1"/>
              <a:t>Arbeitsverteilung</a:t>
            </a:r>
            <a:endParaRPr lang="de-DE" b="1"/>
          </a:p>
          <a:p>
            <a:pPr marL="0" indent="0">
              <a:buFont typeface="Arial" panose="020B0604020202020204" pitchFamily="34" charset="0"/>
              <a:buNone/>
            </a:pPr>
            <a:r>
              <a:rPr lang="de-DE" sz="1200"/>
              <a:t>Technische Umsetzung</a:t>
            </a:r>
          </a:p>
        </p:txBody>
      </p:sp>
    </p:spTree>
    <p:extLst>
      <p:ext uri="{BB962C8B-B14F-4D97-AF65-F5344CB8AC3E}">
        <p14:creationId xmlns:p14="http://schemas.microsoft.com/office/powerpoint/2010/main" val="2604881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46523-04E8-474D-D1C5-7E760316132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D7EFA0B-2E00-40B5-F435-E09E9A753A84}"/>
              </a:ext>
            </a:extLst>
          </p:cNvPr>
          <p:cNvSpPr>
            <a:spLocks noGrp="1"/>
          </p:cNvSpPr>
          <p:nvPr>
            <p:ph type="title"/>
          </p:nvPr>
        </p:nvSpPr>
        <p:spPr/>
        <p:txBody>
          <a:bodyPr rtlCol="0"/>
          <a:lstStyle/>
          <a:p>
            <a:pPr rtl="0"/>
            <a:r>
              <a:rPr lang="de-DE" dirty="0"/>
              <a:t>Technische Umsetzung</a:t>
            </a:r>
          </a:p>
        </p:txBody>
      </p:sp>
      <p:sp>
        <p:nvSpPr>
          <p:cNvPr id="3" name="Textplatzhalter 2">
            <a:extLst>
              <a:ext uri="{FF2B5EF4-FFF2-40B4-BE49-F238E27FC236}">
                <a16:creationId xmlns:a16="http://schemas.microsoft.com/office/drawing/2014/main" id="{BA48C99E-8D53-C164-7814-7AA2DC04940B}"/>
              </a:ext>
            </a:extLst>
          </p:cNvPr>
          <p:cNvSpPr>
            <a:spLocks noGrp="1"/>
          </p:cNvSpPr>
          <p:nvPr>
            <p:ph type="body" idx="1"/>
          </p:nvPr>
        </p:nvSpPr>
        <p:spPr>
          <a:xfrm>
            <a:off x="8507073" y="1938528"/>
            <a:ext cx="2794911" cy="2990088"/>
          </a:xfrm>
        </p:spPr>
        <p:txBody>
          <a:bodyPr rtlCol="0">
            <a:normAutofit/>
          </a:bodyPr>
          <a:lstStyle/>
          <a:p>
            <a:pPr marL="342900" indent="-342900" rtl="0">
              <a:buFont typeface="Arial" panose="020B0604020202020204" pitchFamily="34" charset="0"/>
              <a:buChar char="•"/>
            </a:pPr>
            <a:r>
              <a:rPr lang="de-DE" sz="2000" dirty="0">
                <a:solidFill>
                  <a:schemeClr val="tx1"/>
                </a:solidFill>
              </a:rPr>
              <a:t>Koordinatensystem</a:t>
            </a:r>
          </a:p>
          <a:p>
            <a:pPr marL="342900" indent="-342900" rtl="0">
              <a:buFont typeface="Arial" panose="020B0604020202020204" pitchFamily="34" charset="0"/>
              <a:buChar char="•"/>
            </a:pPr>
            <a:r>
              <a:rPr lang="de-DE" sz="2000" dirty="0">
                <a:solidFill>
                  <a:schemeClr val="tx1"/>
                </a:solidFill>
              </a:rPr>
              <a:t>Geplante Softwarearchitektur</a:t>
            </a:r>
          </a:p>
        </p:txBody>
      </p:sp>
      <p:sp>
        <p:nvSpPr>
          <p:cNvPr id="5" name="Inhaltsplatzhalter 2">
            <a:extLst>
              <a:ext uri="{FF2B5EF4-FFF2-40B4-BE49-F238E27FC236}">
                <a16:creationId xmlns:a16="http://schemas.microsoft.com/office/drawing/2014/main" id="{D7182420-4C0F-F9B2-2FA6-C0708C440F9E}"/>
              </a:ext>
            </a:extLst>
          </p:cNvPr>
          <p:cNvSpPr txBox="1">
            <a:spLocks/>
          </p:cNvSpPr>
          <p:nvPr/>
        </p:nvSpPr>
        <p:spPr>
          <a:xfrm>
            <a:off x="9286122" y="5499679"/>
            <a:ext cx="2012932" cy="1360377"/>
          </a:xfrm>
          <a:prstGeom prst="rect">
            <a:avLst/>
          </a:prstGeom>
        </p:spPr>
        <p:txBody>
          <a:bodyPr lIns="91440" tIns="45720" rIns="91440" bIns="45720" rtlCol="0" anchor="t">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DE" sz="1200" dirty="0"/>
              <a:t>Kurzvorstellung</a:t>
            </a:r>
          </a:p>
          <a:p>
            <a:pPr marL="0" indent="0">
              <a:buFont typeface="Arial" panose="020B0604020202020204" pitchFamily="34" charset="0"/>
              <a:buNone/>
            </a:pPr>
            <a:r>
              <a:rPr lang="de-DE" sz="1200" dirty="0"/>
              <a:t>Projektmanagement</a:t>
            </a:r>
          </a:p>
          <a:p>
            <a:pPr marL="0" indent="0">
              <a:buNone/>
            </a:pPr>
            <a:r>
              <a:rPr lang="de-DE" sz="1200"/>
              <a:t>Arbeitsverteilung</a:t>
            </a:r>
            <a:endParaRPr lang="de-DE"/>
          </a:p>
          <a:p>
            <a:pPr marL="0" indent="0">
              <a:buFont typeface="Arial" panose="020B0604020202020204" pitchFamily="34" charset="0"/>
              <a:buNone/>
            </a:pPr>
            <a:r>
              <a:rPr lang="de-DE" sz="1200" b="1"/>
              <a:t>Technische Umsetzung</a:t>
            </a:r>
          </a:p>
        </p:txBody>
      </p:sp>
    </p:spTree>
    <p:extLst>
      <p:ext uri="{BB962C8B-B14F-4D97-AF65-F5344CB8AC3E}">
        <p14:creationId xmlns:p14="http://schemas.microsoft.com/office/powerpoint/2010/main" val="24893014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FEDB2-3DC4-11B1-514B-0565A7233B2B}"/>
            </a:ext>
          </a:extLst>
        </p:cNvPr>
        <p:cNvGrpSpPr/>
        <p:nvPr/>
      </p:nvGrpSpPr>
      <p:grpSpPr>
        <a:xfrm>
          <a:off x="0" y="0"/>
          <a:ext cx="0" cy="0"/>
          <a:chOff x="0" y="0"/>
          <a:chExt cx="0" cy="0"/>
        </a:xfrm>
      </p:grpSpPr>
      <p:sp>
        <p:nvSpPr>
          <p:cNvPr id="8" name="Date Placeholder 7">
            <a:extLst>
              <a:ext uri="{FF2B5EF4-FFF2-40B4-BE49-F238E27FC236}">
                <a16:creationId xmlns:a16="http://schemas.microsoft.com/office/drawing/2014/main" id="{8D73FE3E-CD8A-BC58-41C4-89C9420B01FC}"/>
              </a:ext>
            </a:extLst>
          </p:cNvPr>
          <p:cNvSpPr>
            <a:spLocks noGrp="1"/>
          </p:cNvSpPr>
          <p:nvPr>
            <p:ph type="dt" sz="half" idx="10"/>
          </p:nvPr>
        </p:nvSpPr>
        <p:spPr/>
        <p:txBody>
          <a:bodyPr anchor="ctr">
            <a:normAutofit/>
          </a:bodyPr>
          <a:lstStyle/>
          <a:p>
            <a:pPr>
              <a:spcAft>
                <a:spcPts val="600"/>
              </a:spcAft>
            </a:pPr>
            <a:r>
              <a:rPr lang="de-DE" dirty="0"/>
              <a:t>30.03.2026</a:t>
            </a:r>
            <a:endParaRPr lang="de-DE"/>
          </a:p>
          <a:p>
            <a:pPr rtl="0">
              <a:spcAft>
                <a:spcPts val="600"/>
              </a:spcAft>
            </a:pPr>
            <a:endParaRPr lang="de-DE" noProof="0"/>
          </a:p>
        </p:txBody>
      </p:sp>
      <p:sp>
        <p:nvSpPr>
          <p:cNvPr id="5" name="Title 4">
            <a:extLst>
              <a:ext uri="{FF2B5EF4-FFF2-40B4-BE49-F238E27FC236}">
                <a16:creationId xmlns:a16="http://schemas.microsoft.com/office/drawing/2014/main" id="{9FF7D118-FA64-9330-F7CD-899FDEC98990}"/>
              </a:ext>
            </a:extLst>
          </p:cNvPr>
          <p:cNvSpPr>
            <a:spLocks noGrp="1"/>
          </p:cNvSpPr>
          <p:nvPr>
            <p:ph type="title" idx="4294967295"/>
          </p:nvPr>
        </p:nvSpPr>
        <p:spPr>
          <a:xfrm>
            <a:off x="538316" y="-175290"/>
            <a:ext cx="5673012" cy="1179513"/>
          </a:xfrm>
        </p:spPr>
        <p:txBody>
          <a:bodyPr anchor="ctr">
            <a:normAutofit/>
          </a:bodyPr>
          <a:lstStyle/>
          <a:p>
            <a:r>
              <a:rPr lang="de-DE" dirty="0"/>
              <a:t>Koordinatensystem </a:t>
            </a:r>
          </a:p>
        </p:txBody>
      </p:sp>
      <p:pic>
        <p:nvPicPr>
          <p:cNvPr id="21" name="Grafik 20">
            <a:extLst>
              <a:ext uri="{FF2B5EF4-FFF2-40B4-BE49-F238E27FC236}">
                <a16:creationId xmlns:a16="http://schemas.microsoft.com/office/drawing/2014/main" id="{56D9EA1A-DBB0-D219-B0F3-546FB480C677}"/>
              </a:ext>
            </a:extLst>
          </p:cNvPr>
          <p:cNvPicPr>
            <a:picLocks noChangeAspect="1"/>
          </p:cNvPicPr>
          <p:nvPr/>
        </p:nvPicPr>
        <p:blipFill>
          <a:blip r:embed="rId2"/>
          <a:srcRect l="3621" t="319" r="2036" b="2824"/>
          <a:stretch>
            <a:fillRect/>
          </a:stretch>
        </p:blipFill>
        <p:spPr>
          <a:xfrm>
            <a:off x="2023070" y="779592"/>
            <a:ext cx="7959130" cy="5576758"/>
          </a:xfrm>
          <a:prstGeom prst="rect">
            <a:avLst/>
          </a:prstGeom>
          <a:noFill/>
        </p:spPr>
      </p:pic>
      <p:sp>
        <p:nvSpPr>
          <p:cNvPr id="22" name="Rechteck 21">
            <a:extLst>
              <a:ext uri="{FF2B5EF4-FFF2-40B4-BE49-F238E27FC236}">
                <a16:creationId xmlns:a16="http://schemas.microsoft.com/office/drawing/2014/main" id="{CD72F05A-793A-4D33-1D50-9CFB48A27431}"/>
              </a:ext>
            </a:extLst>
          </p:cNvPr>
          <p:cNvSpPr/>
          <p:nvPr/>
        </p:nvSpPr>
        <p:spPr>
          <a:xfrm>
            <a:off x="346587" y="102099"/>
            <a:ext cx="117987" cy="62473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Slide Number Placeholder 2">
            <a:extLst>
              <a:ext uri="{FF2B5EF4-FFF2-40B4-BE49-F238E27FC236}">
                <a16:creationId xmlns:a16="http://schemas.microsoft.com/office/drawing/2014/main" id="{D96884D9-C18D-38E2-CF87-219180F69ED3}"/>
              </a:ext>
            </a:extLst>
          </p:cNvPr>
          <p:cNvSpPr>
            <a:spLocks noGrp="1"/>
          </p:cNvSpPr>
          <p:nvPr>
            <p:ph type="sldNum" sz="quarter" idx="12"/>
          </p:nvPr>
        </p:nvSpPr>
        <p:spPr/>
        <p:txBody>
          <a:bodyPr/>
          <a:lstStyle/>
          <a:p>
            <a:fld id="{A65A5C87-DF58-40C8-B092-1DE63DB4547E}" type="slidenum">
              <a:rPr lang="de-DE" noProof="0" smtClean="0"/>
              <a:t>9</a:t>
            </a:fld>
            <a:endParaRPr lang="en-US"/>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7F5D556C-143A-6059-C0B7-E6937C5351A1}"/>
                  </a:ext>
                </a:extLst>
              </p14:cNvPr>
              <p14:cNvContentPartPr/>
              <p14:nvPr/>
            </p14:nvContentPartPr>
            <p14:xfrm>
              <a:off x="7843647" y="894591"/>
              <a:ext cx="959871" cy="49104"/>
            </p14:xfrm>
          </p:contentPart>
        </mc:Choice>
        <mc:Fallback xmlns="">
          <p:pic>
            <p:nvPicPr>
              <p:cNvPr id="4" name="Ink 3">
                <a:extLst>
                  <a:ext uri="{FF2B5EF4-FFF2-40B4-BE49-F238E27FC236}">
                    <a16:creationId xmlns:a16="http://schemas.microsoft.com/office/drawing/2014/main" id="{7F5D556C-143A-6059-C0B7-E6937C5351A1}"/>
                  </a:ext>
                </a:extLst>
              </p:cNvPr>
              <p:cNvPicPr/>
              <p:nvPr/>
            </p:nvPicPr>
            <p:blipFill>
              <a:blip r:embed="rId4"/>
              <a:stretch>
                <a:fillRect/>
              </a:stretch>
            </p:blipFill>
            <p:spPr>
              <a:xfrm>
                <a:off x="7825652" y="877028"/>
                <a:ext cx="995502" cy="84588"/>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56753564-B66B-98E2-8603-217A47D9D6C5}"/>
                  </a:ext>
                </a:extLst>
              </p14:cNvPr>
              <p14:cNvContentPartPr/>
              <p14:nvPr/>
            </p14:nvContentPartPr>
            <p14:xfrm>
              <a:off x="8562515" y="638993"/>
              <a:ext cx="461779" cy="550867"/>
            </p14:xfrm>
          </p:contentPart>
        </mc:Choice>
        <mc:Fallback xmlns="">
          <p:pic>
            <p:nvPicPr>
              <p:cNvPr id="6" name="Ink 5">
                <a:extLst>
                  <a:ext uri="{FF2B5EF4-FFF2-40B4-BE49-F238E27FC236}">
                    <a16:creationId xmlns:a16="http://schemas.microsoft.com/office/drawing/2014/main" id="{56753564-B66B-98E2-8603-217A47D9D6C5}"/>
                  </a:ext>
                </a:extLst>
              </p:cNvPr>
              <p:cNvPicPr/>
              <p:nvPr/>
            </p:nvPicPr>
            <p:blipFill>
              <a:blip r:embed="rId6"/>
              <a:stretch>
                <a:fillRect/>
              </a:stretch>
            </p:blipFill>
            <p:spPr>
              <a:xfrm>
                <a:off x="8544533" y="621003"/>
                <a:ext cx="497383" cy="586488"/>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34F62EB4-CCF5-FEFB-3238-FAD0D1479CB3}"/>
                  </a:ext>
                </a:extLst>
              </p14:cNvPr>
              <p14:cNvContentPartPr/>
              <p14:nvPr/>
            </p14:nvContentPartPr>
            <p14:xfrm>
              <a:off x="8993836" y="591068"/>
              <a:ext cx="351221" cy="233971"/>
            </p14:xfrm>
          </p:contentPart>
        </mc:Choice>
        <mc:Fallback xmlns="">
          <p:pic>
            <p:nvPicPr>
              <p:cNvPr id="7" name="Ink 6">
                <a:extLst>
                  <a:ext uri="{FF2B5EF4-FFF2-40B4-BE49-F238E27FC236}">
                    <a16:creationId xmlns:a16="http://schemas.microsoft.com/office/drawing/2014/main" id="{34F62EB4-CCF5-FEFB-3238-FAD0D1479CB3}"/>
                  </a:ext>
                </a:extLst>
              </p:cNvPr>
              <p:cNvPicPr/>
              <p:nvPr/>
            </p:nvPicPr>
            <p:blipFill>
              <a:blip r:embed="rId8"/>
              <a:stretch>
                <a:fillRect/>
              </a:stretch>
            </p:blipFill>
            <p:spPr>
              <a:xfrm>
                <a:off x="8975862" y="573457"/>
                <a:ext cx="386810" cy="269552"/>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BD84A6C2-1ADB-8BAC-29EE-E22E3CF24907}"/>
                  </a:ext>
                </a:extLst>
              </p14:cNvPr>
              <p14:cNvContentPartPr/>
              <p14:nvPr/>
            </p14:nvContentPartPr>
            <p14:xfrm>
              <a:off x="8939206" y="575094"/>
              <a:ext cx="294252" cy="327366"/>
            </p14:xfrm>
          </p:contentPart>
        </mc:Choice>
        <mc:Fallback xmlns="">
          <p:pic>
            <p:nvPicPr>
              <p:cNvPr id="11" name="Ink 10">
                <a:extLst>
                  <a:ext uri="{FF2B5EF4-FFF2-40B4-BE49-F238E27FC236}">
                    <a16:creationId xmlns:a16="http://schemas.microsoft.com/office/drawing/2014/main" id="{BD84A6C2-1ADB-8BAC-29EE-E22E3CF24907}"/>
                  </a:ext>
                </a:extLst>
              </p:cNvPr>
              <p:cNvPicPr/>
              <p:nvPr/>
            </p:nvPicPr>
            <p:blipFill>
              <a:blip r:embed="rId10"/>
              <a:stretch>
                <a:fillRect/>
              </a:stretch>
            </p:blipFill>
            <p:spPr>
              <a:xfrm>
                <a:off x="8921580" y="557107"/>
                <a:ext cx="329864" cy="362981"/>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BFA32F14-6426-1C50-34BE-1290A1C2D409}"/>
                  </a:ext>
                </a:extLst>
              </p14:cNvPr>
              <p14:cNvContentPartPr/>
              <p14:nvPr/>
            </p14:nvContentPartPr>
            <p14:xfrm>
              <a:off x="7795723" y="878616"/>
              <a:ext cx="96782" cy="541392"/>
            </p14:xfrm>
          </p:contentPart>
        </mc:Choice>
        <mc:Fallback xmlns="">
          <p:pic>
            <p:nvPicPr>
              <p:cNvPr id="12" name="Ink 11">
                <a:extLst>
                  <a:ext uri="{FF2B5EF4-FFF2-40B4-BE49-F238E27FC236}">
                    <a16:creationId xmlns:a16="http://schemas.microsoft.com/office/drawing/2014/main" id="{BFA32F14-6426-1C50-34BE-1290A1C2D409}"/>
                  </a:ext>
                </a:extLst>
              </p:cNvPr>
              <p:cNvPicPr/>
              <p:nvPr/>
            </p:nvPicPr>
            <p:blipFill>
              <a:blip r:embed="rId12"/>
              <a:stretch>
                <a:fillRect/>
              </a:stretch>
            </p:blipFill>
            <p:spPr>
              <a:xfrm>
                <a:off x="7777800" y="860630"/>
                <a:ext cx="132269" cy="577005"/>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3" name="Ink 12">
                <a:extLst>
                  <a:ext uri="{FF2B5EF4-FFF2-40B4-BE49-F238E27FC236}">
                    <a16:creationId xmlns:a16="http://schemas.microsoft.com/office/drawing/2014/main" id="{1D3D2C0C-F81E-38BF-4718-89A08D753E74}"/>
                  </a:ext>
                </a:extLst>
              </p14:cNvPr>
              <p14:cNvContentPartPr/>
              <p14:nvPr/>
            </p14:nvContentPartPr>
            <p14:xfrm>
              <a:off x="7763773" y="1161724"/>
              <a:ext cx="249636" cy="284537"/>
            </p14:xfrm>
          </p:contentPart>
        </mc:Choice>
        <mc:Fallback xmlns="">
          <p:pic>
            <p:nvPicPr>
              <p:cNvPr id="13" name="Ink 12">
                <a:extLst>
                  <a:ext uri="{FF2B5EF4-FFF2-40B4-BE49-F238E27FC236}">
                    <a16:creationId xmlns:a16="http://schemas.microsoft.com/office/drawing/2014/main" id="{1D3D2C0C-F81E-38BF-4718-89A08D753E74}"/>
                  </a:ext>
                </a:extLst>
              </p:cNvPr>
              <p:cNvPicPr/>
              <p:nvPr/>
            </p:nvPicPr>
            <p:blipFill>
              <a:blip r:embed="rId14"/>
              <a:stretch>
                <a:fillRect/>
              </a:stretch>
            </p:blipFill>
            <p:spPr>
              <a:xfrm>
                <a:off x="7745788" y="1144098"/>
                <a:ext cx="285247" cy="320149"/>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4" name="Ink 13">
                <a:extLst>
                  <a:ext uri="{FF2B5EF4-FFF2-40B4-BE49-F238E27FC236}">
                    <a16:creationId xmlns:a16="http://schemas.microsoft.com/office/drawing/2014/main" id="{910B6F2C-3D02-4625-6C87-5FCBA986451E}"/>
                  </a:ext>
                </a:extLst>
              </p14:cNvPr>
              <p14:cNvContentPartPr/>
              <p14:nvPr/>
            </p14:nvContentPartPr>
            <p14:xfrm>
              <a:off x="8099245" y="1245863"/>
              <a:ext cx="317768" cy="177447"/>
            </p14:xfrm>
          </p:contentPart>
        </mc:Choice>
        <mc:Fallback xmlns="">
          <p:pic>
            <p:nvPicPr>
              <p:cNvPr id="14" name="Ink 13">
                <a:extLst>
                  <a:ext uri="{FF2B5EF4-FFF2-40B4-BE49-F238E27FC236}">
                    <a16:creationId xmlns:a16="http://schemas.microsoft.com/office/drawing/2014/main" id="{910B6F2C-3D02-4625-6C87-5FCBA986451E}"/>
                  </a:ext>
                </a:extLst>
              </p:cNvPr>
              <p:cNvPicPr/>
              <p:nvPr/>
            </p:nvPicPr>
            <p:blipFill>
              <a:blip r:embed="rId16"/>
              <a:stretch>
                <a:fillRect/>
              </a:stretch>
            </p:blipFill>
            <p:spPr>
              <a:xfrm>
                <a:off x="8081631" y="1227903"/>
                <a:ext cx="353355" cy="213008"/>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5" name="Ink 14">
                <a:extLst>
                  <a:ext uri="{FF2B5EF4-FFF2-40B4-BE49-F238E27FC236}">
                    <a16:creationId xmlns:a16="http://schemas.microsoft.com/office/drawing/2014/main" id="{69701648-9079-D866-1086-3126171FD950}"/>
                  </a:ext>
                </a:extLst>
              </p14:cNvPr>
              <p14:cNvContentPartPr/>
              <p14:nvPr/>
            </p14:nvContentPartPr>
            <p14:xfrm>
              <a:off x="8211069" y="1325912"/>
              <a:ext cx="174007" cy="15974"/>
            </p14:xfrm>
          </p:contentPart>
        </mc:Choice>
        <mc:Fallback xmlns="">
          <p:pic>
            <p:nvPicPr>
              <p:cNvPr id="15" name="Ink 14">
                <a:extLst>
                  <a:ext uri="{FF2B5EF4-FFF2-40B4-BE49-F238E27FC236}">
                    <a16:creationId xmlns:a16="http://schemas.microsoft.com/office/drawing/2014/main" id="{69701648-9079-D866-1086-3126171FD950}"/>
                  </a:ext>
                </a:extLst>
              </p:cNvPr>
              <p:cNvPicPr/>
              <p:nvPr/>
            </p:nvPicPr>
            <p:blipFill>
              <a:blip r:embed="rId18"/>
              <a:stretch>
                <a:fillRect/>
              </a:stretch>
            </p:blipFill>
            <p:spPr>
              <a:xfrm>
                <a:off x="8193453" y="543186"/>
                <a:ext cx="209599" cy="15974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6" name="Ink 15">
                <a:extLst>
                  <a:ext uri="{FF2B5EF4-FFF2-40B4-BE49-F238E27FC236}">
                    <a16:creationId xmlns:a16="http://schemas.microsoft.com/office/drawing/2014/main" id="{80DF1449-EB10-2904-13A7-659C12325E8C}"/>
                  </a:ext>
                </a:extLst>
              </p14:cNvPr>
              <p14:cNvContentPartPr/>
              <p14:nvPr/>
            </p14:nvContentPartPr>
            <p14:xfrm>
              <a:off x="7971447" y="1341887"/>
              <a:ext cx="125224" cy="15974"/>
            </p14:xfrm>
          </p:contentPart>
        </mc:Choice>
        <mc:Fallback xmlns="">
          <p:pic>
            <p:nvPicPr>
              <p:cNvPr id="16" name="Ink 15">
                <a:extLst>
                  <a:ext uri="{FF2B5EF4-FFF2-40B4-BE49-F238E27FC236}">
                    <a16:creationId xmlns:a16="http://schemas.microsoft.com/office/drawing/2014/main" id="{80DF1449-EB10-2904-13A7-659C12325E8C}"/>
                  </a:ext>
                </a:extLst>
              </p:cNvPr>
              <p:cNvPicPr/>
              <p:nvPr/>
            </p:nvPicPr>
            <p:blipFill>
              <a:blip r:embed="rId20"/>
              <a:stretch>
                <a:fillRect/>
              </a:stretch>
            </p:blipFill>
            <p:spPr>
              <a:xfrm>
                <a:off x="7953507" y="543187"/>
                <a:ext cx="160746" cy="15974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7" name="Ink 16">
                <a:extLst>
                  <a:ext uri="{FF2B5EF4-FFF2-40B4-BE49-F238E27FC236}">
                    <a16:creationId xmlns:a16="http://schemas.microsoft.com/office/drawing/2014/main" id="{6E11EF42-1B19-F326-BF55-56A1FDF7A42C}"/>
                  </a:ext>
                </a:extLst>
              </p14:cNvPr>
              <p14:cNvContentPartPr/>
              <p14:nvPr/>
            </p14:nvContentPartPr>
            <p14:xfrm>
              <a:off x="7766354" y="733728"/>
              <a:ext cx="159864" cy="194682"/>
            </p14:xfrm>
          </p:contentPart>
        </mc:Choice>
        <mc:Fallback xmlns="">
          <p:pic>
            <p:nvPicPr>
              <p:cNvPr id="17" name="Ink 16">
                <a:extLst>
                  <a:ext uri="{FF2B5EF4-FFF2-40B4-BE49-F238E27FC236}">
                    <a16:creationId xmlns:a16="http://schemas.microsoft.com/office/drawing/2014/main" id="{6E11EF42-1B19-F326-BF55-56A1FDF7A42C}"/>
                  </a:ext>
                </a:extLst>
              </p:cNvPr>
              <p:cNvPicPr/>
              <p:nvPr/>
            </p:nvPicPr>
            <p:blipFill>
              <a:blip r:embed="rId22"/>
              <a:stretch>
                <a:fillRect/>
              </a:stretch>
            </p:blipFill>
            <p:spPr>
              <a:xfrm>
                <a:off x="7748392" y="715768"/>
                <a:ext cx="195429" cy="230242"/>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8" name="Ink 17">
                <a:extLst>
                  <a:ext uri="{FF2B5EF4-FFF2-40B4-BE49-F238E27FC236}">
                    <a16:creationId xmlns:a16="http://schemas.microsoft.com/office/drawing/2014/main" id="{B8D4A929-EC31-4BC8-D943-AD39F32DFE8E}"/>
                  </a:ext>
                </a:extLst>
              </p14:cNvPr>
              <p14:cNvContentPartPr/>
              <p14:nvPr/>
            </p14:nvContentPartPr>
            <p14:xfrm>
              <a:off x="7667924" y="670943"/>
              <a:ext cx="560184" cy="349372"/>
            </p14:xfrm>
          </p:contentPart>
        </mc:Choice>
        <mc:Fallback xmlns="">
          <p:pic>
            <p:nvPicPr>
              <p:cNvPr id="18" name="Ink 17">
                <a:extLst>
                  <a:ext uri="{FF2B5EF4-FFF2-40B4-BE49-F238E27FC236}">
                    <a16:creationId xmlns:a16="http://schemas.microsoft.com/office/drawing/2014/main" id="{B8D4A929-EC31-4BC8-D943-AD39F32DFE8E}"/>
                  </a:ext>
                </a:extLst>
              </p:cNvPr>
              <p:cNvPicPr/>
              <p:nvPr/>
            </p:nvPicPr>
            <p:blipFill>
              <a:blip r:embed="rId24"/>
              <a:stretch>
                <a:fillRect/>
              </a:stretch>
            </p:blipFill>
            <p:spPr>
              <a:xfrm>
                <a:off x="7649935" y="652953"/>
                <a:ext cx="595803" cy="384993"/>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9" name="Ink 18">
                <a:extLst>
                  <a:ext uri="{FF2B5EF4-FFF2-40B4-BE49-F238E27FC236}">
                    <a16:creationId xmlns:a16="http://schemas.microsoft.com/office/drawing/2014/main" id="{4B128F16-DF6D-C064-7BDD-9F20E65C1DE4}"/>
                  </a:ext>
                </a:extLst>
              </p14:cNvPr>
              <p14:cNvContentPartPr/>
              <p14:nvPr/>
            </p14:nvContentPartPr>
            <p14:xfrm>
              <a:off x="7573683" y="607044"/>
              <a:ext cx="477637" cy="389580"/>
            </p14:xfrm>
          </p:contentPart>
        </mc:Choice>
        <mc:Fallback xmlns="">
          <p:pic>
            <p:nvPicPr>
              <p:cNvPr id="19" name="Ink 18">
                <a:extLst>
                  <a:ext uri="{FF2B5EF4-FFF2-40B4-BE49-F238E27FC236}">
                    <a16:creationId xmlns:a16="http://schemas.microsoft.com/office/drawing/2014/main" id="{4B128F16-DF6D-C064-7BDD-9F20E65C1DE4}"/>
                  </a:ext>
                </a:extLst>
              </p:cNvPr>
              <p:cNvPicPr/>
              <p:nvPr/>
            </p:nvPicPr>
            <p:blipFill>
              <a:blip r:embed="rId26"/>
              <a:stretch>
                <a:fillRect/>
              </a:stretch>
            </p:blipFill>
            <p:spPr>
              <a:xfrm>
                <a:off x="7555700" y="589058"/>
                <a:ext cx="513244" cy="425193"/>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0" name="Ink 19">
                <a:extLst>
                  <a:ext uri="{FF2B5EF4-FFF2-40B4-BE49-F238E27FC236}">
                    <a16:creationId xmlns:a16="http://schemas.microsoft.com/office/drawing/2014/main" id="{15DD12FF-9B94-5837-7F40-0946C814FBB7}"/>
                  </a:ext>
                </a:extLst>
              </p14:cNvPr>
              <p14:cNvContentPartPr/>
              <p14:nvPr/>
            </p14:nvContentPartPr>
            <p14:xfrm>
              <a:off x="7140754" y="207673"/>
              <a:ext cx="198329" cy="264706"/>
            </p14:xfrm>
          </p:contentPart>
        </mc:Choice>
        <mc:Fallback xmlns="">
          <p:pic>
            <p:nvPicPr>
              <p:cNvPr id="20" name="Ink 19">
                <a:extLst>
                  <a:ext uri="{FF2B5EF4-FFF2-40B4-BE49-F238E27FC236}">
                    <a16:creationId xmlns:a16="http://schemas.microsoft.com/office/drawing/2014/main" id="{15DD12FF-9B94-5837-7F40-0946C814FBB7}"/>
                  </a:ext>
                </a:extLst>
              </p:cNvPr>
              <p:cNvPicPr/>
              <p:nvPr/>
            </p:nvPicPr>
            <p:blipFill>
              <a:blip r:embed="rId28"/>
              <a:stretch>
                <a:fillRect/>
              </a:stretch>
            </p:blipFill>
            <p:spPr>
              <a:xfrm>
                <a:off x="7122789" y="190050"/>
                <a:ext cx="233899" cy="300312"/>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3" name="Ink 22">
                <a:extLst>
                  <a:ext uri="{FF2B5EF4-FFF2-40B4-BE49-F238E27FC236}">
                    <a16:creationId xmlns:a16="http://schemas.microsoft.com/office/drawing/2014/main" id="{C0A58454-7CFC-9E59-5098-AA91EF176C4A}"/>
                  </a:ext>
                </a:extLst>
              </p14:cNvPr>
              <p14:cNvContentPartPr/>
              <p14:nvPr/>
            </p14:nvContentPartPr>
            <p14:xfrm>
              <a:off x="7155795" y="255597"/>
              <a:ext cx="256532" cy="277146"/>
            </p14:xfrm>
          </p:contentPart>
        </mc:Choice>
        <mc:Fallback xmlns="">
          <p:pic>
            <p:nvPicPr>
              <p:cNvPr id="23" name="Ink 22">
                <a:extLst>
                  <a:ext uri="{FF2B5EF4-FFF2-40B4-BE49-F238E27FC236}">
                    <a16:creationId xmlns:a16="http://schemas.microsoft.com/office/drawing/2014/main" id="{C0A58454-7CFC-9E59-5098-AA91EF176C4A}"/>
                  </a:ext>
                </a:extLst>
              </p:cNvPr>
              <p:cNvPicPr/>
              <p:nvPr/>
            </p:nvPicPr>
            <p:blipFill>
              <a:blip r:embed="rId30"/>
              <a:stretch>
                <a:fillRect/>
              </a:stretch>
            </p:blipFill>
            <p:spPr>
              <a:xfrm>
                <a:off x="7137831" y="237624"/>
                <a:ext cx="292102" cy="312733"/>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4" name="Ink 23">
                <a:extLst>
                  <a:ext uri="{FF2B5EF4-FFF2-40B4-BE49-F238E27FC236}">
                    <a16:creationId xmlns:a16="http://schemas.microsoft.com/office/drawing/2014/main" id="{756D3BBA-7815-732F-BEDF-5C6A946B1F4D}"/>
                  </a:ext>
                </a:extLst>
              </p14:cNvPr>
              <p14:cNvContentPartPr/>
              <p14:nvPr/>
            </p14:nvContentPartPr>
            <p14:xfrm>
              <a:off x="5671069" y="1948930"/>
              <a:ext cx="1373088" cy="601563"/>
            </p14:xfrm>
          </p:contentPart>
        </mc:Choice>
        <mc:Fallback xmlns="">
          <p:pic>
            <p:nvPicPr>
              <p:cNvPr id="24" name="Ink 23">
                <a:extLst>
                  <a:ext uri="{FF2B5EF4-FFF2-40B4-BE49-F238E27FC236}">
                    <a16:creationId xmlns:a16="http://schemas.microsoft.com/office/drawing/2014/main" id="{756D3BBA-7815-732F-BEDF-5C6A946B1F4D}"/>
                  </a:ext>
                </a:extLst>
              </p:cNvPr>
              <p:cNvPicPr/>
              <p:nvPr/>
            </p:nvPicPr>
            <p:blipFill>
              <a:blip r:embed="rId32"/>
              <a:stretch>
                <a:fillRect/>
              </a:stretch>
            </p:blipFill>
            <p:spPr>
              <a:xfrm>
                <a:off x="5653073" y="1931300"/>
                <a:ext cx="1408720" cy="637182"/>
              </a:xfrm>
              <a:prstGeom prst="rect">
                <a:avLst/>
              </a:prstGeom>
            </p:spPr>
          </p:pic>
        </mc:Fallback>
      </mc:AlternateContent>
      <p:sp>
        <p:nvSpPr>
          <p:cNvPr id="25" name="TextBox 24">
            <a:extLst>
              <a:ext uri="{FF2B5EF4-FFF2-40B4-BE49-F238E27FC236}">
                <a16:creationId xmlns:a16="http://schemas.microsoft.com/office/drawing/2014/main" id="{A2C742C8-5B5B-A7C4-09CE-45BAFFC4770E}"/>
              </a:ext>
            </a:extLst>
          </p:cNvPr>
          <p:cNvSpPr txBox="1"/>
          <p:nvPr/>
        </p:nvSpPr>
        <p:spPr>
          <a:xfrm>
            <a:off x="686738" y="2858747"/>
            <a:ext cx="1820654"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err="1"/>
              <a:t>Wird</a:t>
            </a:r>
            <a:r>
              <a:rPr lang="en-US" dirty="0"/>
              <a:t> </a:t>
            </a:r>
            <a:r>
              <a:rPr lang="en-US" dirty="0" err="1"/>
              <a:t>noch</a:t>
            </a:r>
            <a:r>
              <a:rPr lang="en-US" dirty="0"/>
              <a:t> def. Je </a:t>
            </a:r>
            <a:r>
              <a:rPr lang="en-US" dirty="0" err="1"/>
              <a:t>nach</a:t>
            </a:r>
            <a:r>
              <a:rPr lang="en-US" dirty="0"/>
              <a:t> </a:t>
            </a:r>
            <a:r>
              <a:rPr lang="en-US" dirty="0" err="1"/>
              <a:t>Motoren</a:t>
            </a:r>
            <a:r>
              <a:rPr lang="en-US" dirty="0"/>
              <a:t> (</a:t>
            </a:r>
            <a:r>
              <a:rPr lang="en-US" dirty="0" err="1"/>
              <a:t>nach</a:t>
            </a:r>
            <a:r>
              <a:rPr lang="en-US" dirty="0"/>
              <a:t> </a:t>
            </a:r>
            <a:r>
              <a:rPr lang="en-US" dirty="0" err="1"/>
              <a:t>ersten</a:t>
            </a:r>
            <a:r>
              <a:rPr lang="en-US" dirty="0"/>
              <a:t> </a:t>
            </a:r>
            <a:r>
              <a:rPr lang="en-US" dirty="0" err="1"/>
              <a:t>Testanfahren</a:t>
            </a:r>
            <a:r>
              <a:rPr lang="en-US" dirty="0"/>
              <a:t>)</a:t>
            </a:r>
          </a:p>
        </p:txBody>
      </p:sp>
      <mc:AlternateContent xmlns:mc="http://schemas.openxmlformats.org/markup-compatibility/2006" xmlns:p14="http://schemas.microsoft.com/office/powerpoint/2010/main">
        <mc:Choice Requires="p14">
          <p:contentPart p14:bwMode="auto" r:id="rId33">
            <p14:nvContentPartPr>
              <p14:cNvPr id="26" name="Ink 25">
                <a:extLst>
                  <a:ext uri="{FF2B5EF4-FFF2-40B4-BE49-F238E27FC236}">
                    <a16:creationId xmlns:a16="http://schemas.microsoft.com/office/drawing/2014/main" id="{411C5B33-ABEB-746B-9D9B-51DEEB28B092}"/>
                  </a:ext>
                </a:extLst>
              </p14:cNvPr>
              <p14:cNvContentPartPr/>
              <p14:nvPr/>
            </p14:nvContentPartPr>
            <p14:xfrm>
              <a:off x="1038365" y="5303648"/>
              <a:ext cx="15974" cy="15974"/>
            </p14:xfrm>
          </p:contentPart>
        </mc:Choice>
        <mc:Fallback xmlns="">
          <p:pic>
            <p:nvPicPr>
              <p:cNvPr id="26" name="Ink 25">
                <a:extLst>
                  <a:ext uri="{FF2B5EF4-FFF2-40B4-BE49-F238E27FC236}">
                    <a16:creationId xmlns:a16="http://schemas.microsoft.com/office/drawing/2014/main" id="{411C5B33-ABEB-746B-9D9B-51DEEB28B092}"/>
                  </a:ext>
                </a:extLst>
              </p:cNvPr>
              <p:cNvPicPr/>
              <p:nvPr/>
            </p:nvPicPr>
            <p:blipFill>
              <a:blip r:embed="rId34"/>
              <a:stretch>
                <a:fillRect/>
              </a:stretch>
            </p:blipFill>
            <p:spPr>
              <a:xfrm>
                <a:off x="239665" y="4504948"/>
                <a:ext cx="1597400" cy="1597400"/>
              </a:xfrm>
              <a:prstGeom prst="rect">
                <a:avLst/>
              </a:prstGeom>
            </p:spPr>
          </p:pic>
        </mc:Fallback>
      </mc:AlternateContent>
    </p:spTree>
    <p:extLst>
      <p:ext uri="{BB962C8B-B14F-4D97-AF65-F5344CB8AC3E}">
        <p14:creationId xmlns:p14="http://schemas.microsoft.com/office/powerpoint/2010/main" val="2615865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5DD1C-EE11-3175-1E0A-E4761E21D01D}"/>
            </a:ext>
          </a:extLst>
        </p:cNvPr>
        <p:cNvGrpSpPr/>
        <p:nvPr/>
      </p:nvGrpSpPr>
      <p:grpSpPr>
        <a:xfrm>
          <a:off x="0" y="0"/>
          <a:ext cx="0" cy="0"/>
          <a:chOff x="0" y="0"/>
          <a:chExt cx="0" cy="0"/>
        </a:xfrm>
      </p:grpSpPr>
      <p:sp>
        <p:nvSpPr>
          <p:cNvPr id="20" name="Titel 19">
            <a:extLst>
              <a:ext uri="{FF2B5EF4-FFF2-40B4-BE49-F238E27FC236}">
                <a16:creationId xmlns:a16="http://schemas.microsoft.com/office/drawing/2014/main" id="{70C6E9EE-0093-B759-9EF8-1AAA90DAEBD8}"/>
              </a:ext>
            </a:extLst>
          </p:cNvPr>
          <p:cNvSpPr>
            <a:spLocks noGrp="1"/>
          </p:cNvSpPr>
          <p:nvPr>
            <p:ph type="title"/>
          </p:nvPr>
        </p:nvSpPr>
        <p:spPr/>
        <p:txBody>
          <a:bodyPr rtlCol="0"/>
          <a:lstStyle/>
          <a:p>
            <a:pPr rtl="0"/>
            <a:r>
              <a:rPr lang="de-DE" dirty="0"/>
              <a:t>Software Architektur</a:t>
            </a:r>
          </a:p>
        </p:txBody>
      </p:sp>
      <p:sp>
        <p:nvSpPr>
          <p:cNvPr id="13" name="Datumsplatzhalter 12">
            <a:extLst>
              <a:ext uri="{FF2B5EF4-FFF2-40B4-BE49-F238E27FC236}">
                <a16:creationId xmlns:a16="http://schemas.microsoft.com/office/drawing/2014/main" id="{CA33EAE2-5D12-AC99-B547-1DFB03EF789A}"/>
              </a:ext>
            </a:extLst>
          </p:cNvPr>
          <p:cNvSpPr>
            <a:spLocks noGrp="1"/>
          </p:cNvSpPr>
          <p:nvPr>
            <p:ph type="dt" sz="half" idx="32"/>
          </p:nvPr>
        </p:nvSpPr>
        <p:spPr/>
        <p:txBody>
          <a:bodyPr rtlCol="0"/>
          <a:lstStyle/>
          <a:p>
            <a:pPr>
              <a:spcAft>
                <a:spcPts val="600"/>
              </a:spcAft>
            </a:pPr>
            <a:r>
              <a:rPr lang="de-DE" dirty="0"/>
              <a:t>30.03.2026</a:t>
            </a:r>
          </a:p>
        </p:txBody>
      </p:sp>
      <p:sp>
        <p:nvSpPr>
          <p:cNvPr id="3" name="Slide Number Placeholder 2">
            <a:extLst>
              <a:ext uri="{FF2B5EF4-FFF2-40B4-BE49-F238E27FC236}">
                <a16:creationId xmlns:a16="http://schemas.microsoft.com/office/drawing/2014/main" id="{D38D21EE-3294-E359-2C2B-B99B907F86AC}"/>
              </a:ext>
            </a:extLst>
          </p:cNvPr>
          <p:cNvSpPr>
            <a:spLocks noGrp="1"/>
          </p:cNvSpPr>
          <p:nvPr>
            <p:ph type="sldNum" sz="quarter" idx="34"/>
          </p:nvPr>
        </p:nvSpPr>
        <p:spPr/>
        <p:txBody>
          <a:bodyPr/>
          <a:lstStyle/>
          <a:p>
            <a:fld id="{A65A5C87-DF58-40C8-B092-1DE63DB4547E}" type="slidenum">
              <a:rPr lang="de-DE" noProof="0" smtClean="0"/>
              <a:t>10</a:t>
            </a:fld>
            <a:endParaRPr lang="en-US"/>
          </a:p>
        </p:txBody>
      </p:sp>
      <p:pic>
        <p:nvPicPr>
          <p:cNvPr id="5" name="Picture 4">
            <a:extLst>
              <a:ext uri="{FF2B5EF4-FFF2-40B4-BE49-F238E27FC236}">
                <a16:creationId xmlns:a16="http://schemas.microsoft.com/office/drawing/2014/main" id="{8E69D7A2-093F-6834-BBFA-B135D82F0298}"/>
              </a:ext>
            </a:extLst>
          </p:cNvPr>
          <p:cNvPicPr>
            <a:picLocks noChangeAspect="1"/>
          </p:cNvPicPr>
          <p:nvPr/>
        </p:nvPicPr>
        <p:blipFill>
          <a:blip r:embed="rId3"/>
          <a:stretch>
            <a:fillRect/>
          </a:stretch>
        </p:blipFill>
        <p:spPr>
          <a:xfrm>
            <a:off x="3367720" y="2197100"/>
            <a:ext cx="5455655" cy="4527550"/>
          </a:xfrm>
          <a:prstGeom prst="rect">
            <a:avLst/>
          </a:prstGeom>
        </p:spPr>
      </p:pic>
    </p:spTree>
    <p:extLst>
      <p:ext uri="{BB962C8B-B14F-4D97-AF65-F5344CB8AC3E}">
        <p14:creationId xmlns:p14="http://schemas.microsoft.com/office/powerpoint/2010/main" val="32578929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500FE43-0A59-7E1D-E079-A98A10BE303F}"/>
              </a:ext>
            </a:extLst>
          </p:cNvPr>
          <p:cNvPicPr>
            <a:picLocks noChangeAspect="1"/>
          </p:cNvPicPr>
          <p:nvPr/>
        </p:nvPicPr>
        <p:blipFill>
          <a:blip r:embed="rId2"/>
          <a:stretch>
            <a:fillRect/>
          </a:stretch>
        </p:blipFill>
        <p:spPr>
          <a:xfrm>
            <a:off x="2256470" y="0"/>
            <a:ext cx="8332205" cy="6858000"/>
          </a:xfrm>
          <a:prstGeom prst="rect">
            <a:avLst/>
          </a:prstGeom>
        </p:spPr>
      </p:pic>
      <p:sp>
        <p:nvSpPr>
          <p:cNvPr id="4" name="Slide Number Placeholder 3">
            <a:extLst>
              <a:ext uri="{FF2B5EF4-FFF2-40B4-BE49-F238E27FC236}">
                <a16:creationId xmlns:a16="http://schemas.microsoft.com/office/drawing/2014/main" id="{76CF7B38-B8D0-1CE3-442D-EFA8A7519A42}"/>
              </a:ext>
            </a:extLst>
          </p:cNvPr>
          <p:cNvSpPr>
            <a:spLocks noGrp="1"/>
          </p:cNvSpPr>
          <p:nvPr>
            <p:ph type="sldNum" sz="quarter" idx="12"/>
          </p:nvPr>
        </p:nvSpPr>
        <p:spPr/>
        <p:txBody>
          <a:bodyPr/>
          <a:lstStyle/>
          <a:p>
            <a:fld id="{A65A5C87-DF58-40C8-B092-1DE63DB4547E}" type="slidenum">
              <a:rPr lang="de-DE" noProof="0" smtClean="0"/>
              <a:t>11</a:t>
            </a:fld>
            <a:endParaRPr lang="en-US"/>
          </a:p>
        </p:txBody>
      </p:sp>
      <p:sp>
        <p:nvSpPr>
          <p:cNvPr id="5" name="TextBox 4">
            <a:extLst>
              <a:ext uri="{FF2B5EF4-FFF2-40B4-BE49-F238E27FC236}">
                <a16:creationId xmlns:a16="http://schemas.microsoft.com/office/drawing/2014/main" id="{EE56DBA6-3277-0FE0-834E-9F124BE4F9D3}"/>
              </a:ext>
            </a:extLst>
          </p:cNvPr>
          <p:cNvSpPr txBox="1"/>
          <p:nvPr/>
        </p:nvSpPr>
        <p:spPr>
          <a:xfrm>
            <a:off x="383395" y="3402641"/>
            <a:ext cx="3019245"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err="1"/>
              <a:t>Greifpunkt</a:t>
            </a:r>
            <a:r>
              <a:rPr lang="en-US" dirty="0"/>
              <a:t> und </a:t>
            </a:r>
            <a:r>
              <a:rPr lang="en-US" dirty="0" err="1"/>
              <a:t>Ortsprediction</a:t>
            </a:r>
            <a:r>
              <a:rPr lang="en-US" dirty="0"/>
              <a:t> </a:t>
            </a:r>
            <a:r>
              <a:rPr lang="en-US" dirty="0" err="1"/>
              <a:t>trennen</a:t>
            </a:r>
            <a:r>
              <a:rPr lang="en-US" dirty="0"/>
              <a:t>!</a:t>
            </a:r>
          </a:p>
          <a:p>
            <a:endParaRPr lang="en-US" dirty="0"/>
          </a:p>
          <a:p>
            <a:r>
              <a:rPr lang="en-US" dirty="0" err="1"/>
              <a:t>Greifpunkt</a:t>
            </a:r>
            <a:r>
              <a:rPr lang="en-US" dirty="0"/>
              <a:t> je </a:t>
            </a:r>
            <a:r>
              <a:rPr lang="en-US" dirty="0" err="1"/>
              <a:t>nach</a:t>
            </a:r>
            <a:r>
              <a:rPr lang="en-US" dirty="0"/>
              <a:t> TYP </a:t>
            </a:r>
            <a:r>
              <a:rPr lang="en-US" dirty="0" err="1"/>
              <a:t>definieren</a:t>
            </a:r>
            <a:r>
              <a:rPr lang="en-US" dirty="0"/>
              <a:t>. (so </a:t>
            </a:r>
            <a:r>
              <a:rPr lang="en-US" dirty="0" err="1"/>
              <a:t>viel</a:t>
            </a:r>
            <a:r>
              <a:rPr lang="en-US" dirty="0"/>
              <a:t> </a:t>
            </a:r>
            <a:r>
              <a:rPr lang="en-US" dirty="0" err="1"/>
              <a:t>toleranz</a:t>
            </a:r>
            <a:r>
              <a:rPr lang="en-US" dirty="0"/>
              <a:t> auf der </a:t>
            </a:r>
            <a:r>
              <a:rPr lang="en-US" dirty="0" err="1"/>
              <a:t>FLäche</a:t>
            </a:r>
            <a:r>
              <a:rPr lang="en-US" dirty="0"/>
              <a:t> in alle </a:t>
            </a:r>
            <a:r>
              <a:rPr lang="en-US" dirty="0" err="1"/>
              <a:t>richtungen</a:t>
            </a:r>
            <a:r>
              <a:rPr lang="en-US" dirty="0"/>
              <a:t>!)</a:t>
            </a:r>
          </a:p>
        </p:txBody>
      </p:sp>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D00ADA6F-5E9C-5743-33F7-FB6400DD7F1F}"/>
                  </a:ext>
                </a:extLst>
              </p14:cNvPr>
              <p14:cNvContentPartPr/>
              <p14:nvPr/>
            </p14:nvContentPartPr>
            <p14:xfrm>
              <a:off x="3386667" y="4568804"/>
              <a:ext cx="1532978" cy="209131"/>
            </p14:xfrm>
          </p:contentPart>
        </mc:Choice>
        <mc:Fallback xmlns="">
          <p:pic>
            <p:nvPicPr>
              <p:cNvPr id="6" name="Ink 5">
                <a:extLst>
                  <a:ext uri="{FF2B5EF4-FFF2-40B4-BE49-F238E27FC236}">
                    <a16:creationId xmlns:a16="http://schemas.microsoft.com/office/drawing/2014/main" id="{D00ADA6F-5E9C-5743-33F7-FB6400DD7F1F}"/>
                  </a:ext>
                </a:extLst>
              </p:cNvPr>
              <p:cNvPicPr/>
              <p:nvPr/>
            </p:nvPicPr>
            <p:blipFill>
              <a:blip r:embed="rId4"/>
              <a:stretch>
                <a:fillRect/>
              </a:stretch>
            </p:blipFill>
            <p:spPr>
              <a:xfrm>
                <a:off x="3369030" y="4551197"/>
                <a:ext cx="1568612" cy="244705"/>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B05244CF-4C9A-3388-DC09-A23665B86320}"/>
                  </a:ext>
                </a:extLst>
              </p14:cNvPr>
              <p14:cNvContentPartPr/>
              <p14:nvPr/>
            </p14:nvContentPartPr>
            <p14:xfrm>
              <a:off x="1885032" y="4792453"/>
              <a:ext cx="15974" cy="15974"/>
            </p14:xfrm>
          </p:contentPart>
        </mc:Choice>
        <mc:Fallback xmlns="">
          <p:pic>
            <p:nvPicPr>
              <p:cNvPr id="7" name="Ink 6">
                <a:extLst>
                  <a:ext uri="{FF2B5EF4-FFF2-40B4-BE49-F238E27FC236}">
                    <a16:creationId xmlns:a16="http://schemas.microsoft.com/office/drawing/2014/main" id="{B05244CF-4C9A-3388-DC09-A23665B86320}"/>
                  </a:ext>
                </a:extLst>
              </p:cNvPr>
              <p:cNvPicPr/>
              <p:nvPr/>
            </p:nvPicPr>
            <p:blipFill>
              <a:blip r:embed="rId6"/>
              <a:stretch>
                <a:fillRect/>
              </a:stretch>
            </p:blipFill>
            <p:spPr>
              <a:xfrm>
                <a:off x="1086332" y="3993753"/>
                <a:ext cx="1597400" cy="15974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3236DB3E-9B86-4C36-4FFF-2BD9B5E9DF40}"/>
                  </a:ext>
                </a:extLst>
              </p14:cNvPr>
              <p14:cNvContentPartPr/>
              <p14:nvPr/>
            </p14:nvContentPartPr>
            <p14:xfrm>
              <a:off x="1006415" y="3658239"/>
              <a:ext cx="15974" cy="15974"/>
            </p14:xfrm>
          </p:contentPart>
        </mc:Choice>
        <mc:Fallback xmlns="">
          <p:pic>
            <p:nvPicPr>
              <p:cNvPr id="8" name="Ink 7">
                <a:extLst>
                  <a:ext uri="{FF2B5EF4-FFF2-40B4-BE49-F238E27FC236}">
                    <a16:creationId xmlns:a16="http://schemas.microsoft.com/office/drawing/2014/main" id="{3236DB3E-9B86-4C36-4FFF-2BD9B5E9DF40}"/>
                  </a:ext>
                </a:extLst>
              </p:cNvPr>
              <p:cNvPicPr/>
              <p:nvPr/>
            </p:nvPicPr>
            <p:blipFill>
              <a:blip r:embed="rId6"/>
              <a:stretch>
                <a:fillRect/>
              </a:stretch>
            </p:blipFill>
            <p:spPr>
              <a:xfrm>
                <a:off x="207715" y="2875513"/>
                <a:ext cx="1597400" cy="15974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DD11CB23-987B-E983-B9A9-70E2A1D13171}"/>
                  </a:ext>
                </a:extLst>
              </p14:cNvPr>
              <p14:cNvContentPartPr/>
              <p14:nvPr/>
            </p14:nvContentPartPr>
            <p14:xfrm>
              <a:off x="-1309936" y="766792"/>
              <a:ext cx="15974" cy="15974"/>
            </p14:xfrm>
          </p:contentPart>
        </mc:Choice>
        <mc:Fallback xmlns="">
          <p:pic>
            <p:nvPicPr>
              <p:cNvPr id="11" name="Ink 10">
                <a:extLst>
                  <a:ext uri="{FF2B5EF4-FFF2-40B4-BE49-F238E27FC236}">
                    <a16:creationId xmlns:a16="http://schemas.microsoft.com/office/drawing/2014/main" id="{DD11CB23-987B-E983-B9A9-70E2A1D13171}"/>
                  </a:ext>
                </a:extLst>
              </p:cNvPr>
              <p:cNvPicPr/>
              <p:nvPr/>
            </p:nvPicPr>
            <p:blipFill>
              <a:blip r:embed="rId6"/>
              <a:stretch>
                <a:fillRect/>
              </a:stretch>
            </p:blipFill>
            <p:spPr>
              <a:xfrm>
                <a:off x="-2092662" y="-15934"/>
                <a:ext cx="1597400" cy="1597400"/>
              </a:xfrm>
              <a:prstGeom prst="rect">
                <a:avLst/>
              </a:prstGeom>
            </p:spPr>
          </p:pic>
        </mc:Fallback>
      </mc:AlternateContent>
    </p:spTree>
    <p:extLst>
      <p:ext uri="{BB962C8B-B14F-4D97-AF65-F5344CB8AC3E}">
        <p14:creationId xmlns:p14="http://schemas.microsoft.com/office/powerpoint/2010/main" val="18725308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Datumsplatzhalter 7">
            <a:extLst>
              <a:ext uri="{FF2B5EF4-FFF2-40B4-BE49-F238E27FC236}">
                <a16:creationId xmlns:a16="http://schemas.microsoft.com/office/drawing/2014/main" id="{90C61E02-EE47-A076-4A95-EB2C391DF6F6}"/>
              </a:ext>
            </a:extLst>
          </p:cNvPr>
          <p:cNvSpPr>
            <a:spLocks noGrp="1"/>
          </p:cNvSpPr>
          <p:nvPr>
            <p:ph type="dt" sz="half" idx="10"/>
          </p:nvPr>
        </p:nvSpPr>
        <p:spPr/>
        <p:txBody>
          <a:bodyPr/>
          <a:lstStyle/>
          <a:p>
            <a:r>
              <a:rPr lang="de-DE" dirty="0"/>
              <a:t>30.03.2026</a:t>
            </a:r>
          </a:p>
        </p:txBody>
      </p:sp>
      <p:sp>
        <p:nvSpPr>
          <p:cNvPr id="16" name="Title 4">
            <a:extLst>
              <a:ext uri="{FF2B5EF4-FFF2-40B4-BE49-F238E27FC236}">
                <a16:creationId xmlns:a16="http://schemas.microsoft.com/office/drawing/2014/main" id="{D49DC4A1-CB21-31D7-F95A-56CA582A709B}"/>
              </a:ext>
            </a:extLst>
          </p:cNvPr>
          <p:cNvSpPr txBox="1">
            <a:spLocks/>
          </p:cNvSpPr>
          <p:nvPr/>
        </p:nvSpPr>
        <p:spPr>
          <a:xfrm>
            <a:off x="196644" y="14348"/>
            <a:ext cx="10515600" cy="686435"/>
          </a:xfrm>
          <a:prstGeom prst="rect">
            <a:avLst/>
          </a:prstGeom>
        </p:spPr>
        <p:txBody>
          <a:bodyPr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SW </a:t>
            </a:r>
            <a:r>
              <a:rPr lang="en-US" dirty="0" err="1"/>
              <a:t>Architektur</a:t>
            </a:r>
            <a:r>
              <a:rPr lang="en-US" dirty="0"/>
              <a:t> </a:t>
            </a:r>
            <a:r>
              <a:rPr lang="en-US" u="sng" dirty="0" err="1"/>
              <a:t>Kameramodul</a:t>
            </a:r>
            <a:endParaRPr lang="en-US" u="sng" dirty="0"/>
          </a:p>
        </p:txBody>
      </p:sp>
      <p:pic>
        <p:nvPicPr>
          <p:cNvPr id="17" name="Grafik 16">
            <a:extLst>
              <a:ext uri="{FF2B5EF4-FFF2-40B4-BE49-F238E27FC236}">
                <a16:creationId xmlns:a16="http://schemas.microsoft.com/office/drawing/2014/main" id="{E722A236-B31F-CC47-D526-5A9A1295903C}"/>
              </a:ext>
            </a:extLst>
          </p:cNvPr>
          <p:cNvPicPr>
            <a:picLocks noChangeAspect="1"/>
          </p:cNvPicPr>
          <p:nvPr/>
        </p:nvPicPr>
        <p:blipFill>
          <a:blip r:embed="rId2"/>
          <a:stretch>
            <a:fillRect/>
          </a:stretch>
        </p:blipFill>
        <p:spPr>
          <a:xfrm>
            <a:off x="3581400" y="1396797"/>
            <a:ext cx="4789848" cy="4191115"/>
          </a:xfrm>
          <a:prstGeom prst="rect">
            <a:avLst/>
          </a:prstGeom>
          <a:noFill/>
        </p:spPr>
      </p:pic>
      <p:sp>
        <p:nvSpPr>
          <p:cNvPr id="18" name="Textfeld 17">
            <a:extLst>
              <a:ext uri="{FF2B5EF4-FFF2-40B4-BE49-F238E27FC236}">
                <a16:creationId xmlns:a16="http://schemas.microsoft.com/office/drawing/2014/main" id="{75A70BCC-ADBF-A4E7-90EE-0AA627D78001}"/>
              </a:ext>
            </a:extLst>
          </p:cNvPr>
          <p:cNvSpPr txBox="1"/>
          <p:nvPr/>
        </p:nvSpPr>
        <p:spPr>
          <a:xfrm>
            <a:off x="78658" y="1294906"/>
            <a:ext cx="3202857" cy="923330"/>
          </a:xfrm>
          <a:prstGeom prst="rect">
            <a:avLst/>
          </a:prstGeom>
          <a:noFill/>
        </p:spPr>
        <p:txBody>
          <a:bodyPr wrap="square" rtlCol="0">
            <a:spAutoFit/>
          </a:bodyPr>
          <a:lstStyle/>
          <a:p>
            <a:pPr marL="285750" indent="-285750">
              <a:buFont typeface="Arial" panose="020B0604020202020204" pitchFamily="34" charset="0"/>
              <a:buChar char="•"/>
            </a:pPr>
            <a:r>
              <a:rPr lang="de-DE" dirty="0"/>
              <a:t>Vorverarbeitung, </a:t>
            </a:r>
            <a:r>
              <a:rPr lang="de-DE" dirty="0" err="1"/>
              <a:t>OpenCV</a:t>
            </a:r>
            <a:endParaRPr lang="de-DE" dirty="0"/>
          </a:p>
          <a:p>
            <a:pPr marL="285750" indent="-285750">
              <a:buFont typeface="Arial" panose="020B0604020202020204" pitchFamily="34" charset="0"/>
              <a:buChar char="•"/>
            </a:pPr>
            <a:r>
              <a:rPr lang="de-DE" dirty="0"/>
              <a:t>Berechnung der      „</a:t>
            </a:r>
            <a:r>
              <a:rPr lang="de-DE" i="1" dirty="0"/>
              <a:t>Geschwindigkeit</a:t>
            </a:r>
            <a:r>
              <a:rPr lang="de-DE" dirty="0"/>
              <a:t>“</a:t>
            </a:r>
          </a:p>
        </p:txBody>
      </p:sp>
      <p:sp>
        <p:nvSpPr>
          <p:cNvPr id="19" name="Textfeld 18">
            <a:extLst>
              <a:ext uri="{FF2B5EF4-FFF2-40B4-BE49-F238E27FC236}">
                <a16:creationId xmlns:a16="http://schemas.microsoft.com/office/drawing/2014/main" id="{7CBAE922-D044-2E91-CD3E-BC85BB87D7A8}"/>
              </a:ext>
            </a:extLst>
          </p:cNvPr>
          <p:cNvSpPr txBox="1"/>
          <p:nvPr/>
        </p:nvSpPr>
        <p:spPr>
          <a:xfrm>
            <a:off x="8518423" y="1382855"/>
            <a:ext cx="3594919" cy="923330"/>
          </a:xfrm>
          <a:prstGeom prst="rect">
            <a:avLst/>
          </a:prstGeom>
          <a:noFill/>
        </p:spPr>
        <p:txBody>
          <a:bodyPr wrap="square" rtlCol="0">
            <a:spAutoFit/>
          </a:bodyPr>
          <a:lstStyle/>
          <a:p>
            <a:pPr marL="285750" indent="-285750">
              <a:buFont typeface="Arial" panose="020B0604020202020204" pitchFamily="34" charset="0"/>
              <a:buChar char="•"/>
            </a:pPr>
            <a:r>
              <a:rPr lang="de-DE" dirty="0"/>
              <a:t>Ermittlung des Greifpunktes im KKS für den Zukünftigen Greifpunkt</a:t>
            </a:r>
          </a:p>
        </p:txBody>
      </p:sp>
      <p:sp>
        <p:nvSpPr>
          <p:cNvPr id="21" name="Textfeld 20">
            <a:extLst>
              <a:ext uri="{FF2B5EF4-FFF2-40B4-BE49-F238E27FC236}">
                <a16:creationId xmlns:a16="http://schemas.microsoft.com/office/drawing/2014/main" id="{CFC430F6-E34C-8F44-F7EF-5F7807288496}"/>
              </a:ext>
            </a:extLst>
          </p:cNvPr>
          <p:cNvSpPr txBox="1"/>
          <p:nvPr/>
        </p:nvSpPr>
        <p:spPr>
          <a:xfrm>
            <a:off x="78657" y="2445076"/>
            <a:ext cx="2546556" cy="923330"/>
          </a:xfrm>
          <a:prstGeom prst="rect">
            <a:avLst/>
          </a:prstGeom>
          <a:noFill/>
        </p:spPr>
        <p:txBody>
          <a:bodyPr wrap="square" rtlCol="0">
            <a:spAutoFit/>
          </a:bodyPr>
          <a:lstStyle/>
          <a:p>
            <a:pPr marL="285750" indent="-285750">
              <a:buFont typeface="Arial" panose="020B0604020202020204" pitchFamily="34" charset="0"/>
              <a:buChar char="•"/>
            </a:pPr>
            <a:r>
              <a:rPr lang="de-DE" dirty="0"/>
              <a:t>Umrechnung des Greifpunktes von KKS in WKS </a:t>
            </a:r>
          </a:p>
        </p:txBody>
      </p:sp>
      <p:sp>
        <p:nvSpPr>
          <p:cNvPr id="22" name="Textfeld 21">
            <a:extLst>
              <a:ext uri="{FF2B5EF4-FFF2-40B4-BE49-F238E27FC236}">
                <a16:creationId xmlns:a16="http://schemas.microsoft.com/office/drawing/2014/main" id="{A2EBFA9B-FA1A-7055-9AF2-97B8A2AF5C96}"/>
              </a:ext>
            </a:extLst>
          </p:cNvPr>
          <p:cNvSpPr txBox="1"/>
          <p:nvPr/>
        </p:nvSpPr>
        <p:spPr>
          <a:xfrm>
            <a:off x="8433618" y="-27687"/>
            <a:ext cx="3982984" cy="923330"/>
          </a:xfrm>
          <a:prstGeom prst="rect">
            <a:avLst/>
          </a:prstGeom>
          <a:noFill/>
        </p:spPr>
        <p:txBody>
          <a:bodyPr wrap="square" rtlCol="0">
            <a:spAutoFit/>
          </a:bodyPr>
          <a:lstStyle/>
          <a:p>
            <a:r>
              <a:rPr lang="de-DE" dirty="0"/>
              <a:t>KKS = Kamera-Koordinatensystem</a:t>
            </a:r>
          </a:p>
          <a:p>
            <a:r>
              <a:rPr lang="de-DE" dirty="0"/>
              <a:t>WKS = Welt-Koordinatensystem</a:t>
            </a:r>
          </a:p>
          <a:p>
            <a:r>
              <a:rPr lang="de-DE" dirty="0"/>
              <a:t>RKS = Roboter-Koordinatensystem</a:t>
            </a:r>
          </a:p>
        </p:txBody>
      </p:sp>
      <p:sp>
        <p:nvSpPr>
          <p:cNvPr id="23" name="Textfeld 22">
            <a:extLst>
              <a:ext uri="{FF2B5EF4-FFF2-40B4-BE49-F238E27FC236}">
                <a16:creationId xmlns:a16="http://schemas.microsoft.com/office/drawing/2014/main" id="{461E11D5-60AD-6DEC-20F8-AE88A5F28EB4}"/>
              </a:ext>
            </a:extLst>
          </p:cNvPr>
          <p:cNvSpPr txBox="1"/>
          <p:nvPr/>
        </p:nvSpPr>
        <p:spPr>
          <a:xfrm>
            <a:off x="8571270" y="3043826"/>
            <a:ext cx="3342969" cy="646331"/>
          </a:xfrm>
          <a:prstGeom prst="rect">
            <a:avLst/>
          </a:prstGeom>
          <a:noFill/>
        </p:spPr>
        <p:txBody>
          <a:bodyPr wrap="square" rtlCol="0">
            <a:spAutoFit/>
          </a:bodyPr>
          <a:lstStyle/>
          <a:p>
            <a:pPr marL="285750" indent="-285750">
              <a:buFont typeface="Arial" panose="020B0604020202020204" pitchFamily="34" charset="0"/>
              <a:buChar char="•"/>
            </a:pPr>
            <a:r>
              <a:rPr lang="de-DE" dirty="0"/>
              <a:t>Übergabe von „</a:t>
            </a:r>
            <a:r>
              <a:rPr lang="de-DE" i="1" dirty="0"/>
              <a:t>Greifpunkt</a:t>
            </a:r>
            <a:r>
              <a:rPr lang="de-DE" dirty="0"/>
              <a:t>“</a:t>
            </a:r>
          </a:p>
          <a:p>
            <a:pPr marL="285750" indent="-285750">
              <a:buFont typeface="Arial" panose="020B0604020202020204" pitchFamily="34" charset="0"/>
              <a:buChar char="•"/>
            </a:pPr>
            <a:r>
              <a:rPr lang="de-DE" dirty="0"/>
              <a:t>Übergabe von „</a:t>
            </a:r>
            <a:r>
              <a:rPr lang="de-DE" i="1" dirty="0"/>
              <a:t>Parameter</a:t>
            </a:r>
            <a:r>
              <a:rPr lang="de-DE" dirty="0"/>
              <a:t>“</a:t>
            </a:r>
          </a:p>
        </p:txBody>
      </p:sp>
      <p:sp>
        <p:nvSpPr>
          <p:cNvPr id="24" name="Textfeld 23">
            <a:extLst>
              <a:ext uri="{FF2B5EF4-FFF2-40B4-BE49-F238E27FC236}">
                <a16:creationId xmlns:a16="http://schemas.microsoft.com/office/drawing/2014/main" id="{C5186ABF-831B-0E74-CE7B-0AE50574D238}"/>
              </a:ext>
            </a:extLst>
          </p:cNvPr>
          <p:cNvSpPr txBox="1"/>
          <p:nvPr/>
        </p:nvSpPr>
        <p:spPr>
          <a:xfrm>
            <a:off x="78657" y="3922512"/>
            <a:ext cx="3623188" cy="923330"/>
          </a:xfrm>
          <a:prstGeom prst="rect">
            <a:avLst/>
          </a:prstGeom>
          <a:noFill/>
        </p:spPr>
        <p:txBody>
          <a:bodyPr wrap="square" rtlCol="0">
            <a:spAutoFit/>
          </a:bodyPr>
          <a:lstStyle/>
          <a:p>
            <a:pPr marL="285750" indent="-285750">
              <a:buFont typeface="Arial" panose="020B0604020202020204" pitchFamily="34" charset="0"/>
              <a:buChar char="•"/>
            </a:pPr>
            <a:r>
              <a:rPr lang="de-DE" dirty="0" err="1"/>
              <a:t>machine</a:t>
            </a:r>
            <a:r>
              <a:rPr lang="de-DE" dirty="0"/>
              <a:t> </a:t>
            </a:r>
            <a:r>
              <a:rPr lang="de-DE" dirty="0" err="1"/>
              <a:t>learning</a:t>
            </a:r>
            <a:endParaRPr lang="de-DE" dirty="0"/>
          </a:p>
          <a:p>
            <a:pPr marL="285750" indent="-285750">
              <a:buFont typeface="Arial" panose="020B0604020202020204" pitchFamily="34" charset="0"/>
              <a:buChar char="•"/>
            </a:pPr>
            <a:r>
              <a:rPr lang="de-DE" dirty="0"/>
              <a:t>Bestimmen des „</a:t>
            </a:r>
            <a:r>
              <a:rPr lang="de-DE" i="1" dirty="0"/>
              <a:t>Objekt Typs“</a:t>
            </a:r>
          </a:p>
          <a:p>
            <a:pPr marL="285750" indent="-285750">
              <a:buFont typeface="Arial" panose="020B0604020202020204" pitchFamily="34" charset="0"/>
              <a:buChar char="•"/>
            </a:pPr>
            <a:endParaRPr lang="de-DE" i="1" dirty="0"/>
          </a:p>
        </p:txBody>
      </p:sp>
      <p:sp>
        <p:nvSpPr>
          <p:cNvPr id="25" name="Textfeld 24">
            <a:extLst>
              <a:ext uri="{FF2B5EF4-FFF2-40B4-BE49-F238E27FC236}">
                <a16:creationId xmlns:a16="http://schemas.microsoft.com/office/drawing/2014/main" id="{E39347BC-5192-86BB-E54D-A9A881D13870}"/>
              </a:ext>
            </a:extLst>
          </p:cNvPr>
          <p:cNvSpPr txBox="1"/>
          <p:nvPr/>
        </p:nvSpPr>
        <p:spPr>
          <a:xfrm>
            <a:off x="8571269" y="4941581"/>
            <a:ext cx="3342969" cy="646331"/>
          </a:xfrm>
          <a:prstGeom prst="rect">
            <a:avLst/>
          </a:prstGeom>
          <a:noFill/>
        </p:spPr>
        <p:txBody>
          <a:bodyPr wrap="square" rtlCol="0">
            <a:spAutoFit/>
          </a:bodyPr>
          <a:lstStyle/>
          <a:p>
            <a:pPr marL="285750" indent="-285750">
              <a:buFont typeface="Arial" panose="020B0604020202020204" pitchFamily="34" charset="0"/>
              <a:buChar char="•"/>
            </a:pPr>
            <a:r>
              <a:rPr lang="de-DE" dirty="0"/>
              <a:t>Übergabe von „</a:t>
            </a:r>
            <a:r>
              <a:rPr lang="de-DE" i="1" dirty="0"/>
              <a:t>Greifpunkt</a:t>
            </a:r>
            <a:r>
              <a:rPr lang="de-DE" dirty="0"/>
              <a:t>“</a:t>
            </a:r>
          </a:p>
          <a:p>
            <a:pPr marL="285750" indent="-285750">
              <a:buFont typeface="Arial" panose="020B0604020202020204" pitchFamily="34" charset="0"/>
              <a:buChar char="•"/>
            </a:pPr>
            <a:r>
              <a:rPr lang="de-DE" dirty="0"/>
              <a:t>Übergabe des „</a:t>
            </a:r>
            <a:r>
              <a:rPr lang="de-DE" i="1" dirty="0"/>
              <a:t>Obj. Typs</a:t>
            </a:r>
            <a:r>
              <a:rPr lang="de-DE" dirty="0"/>
              <a:t>“</a:t>
            </a:r>
          </a:p>
        </p:txBody>
      </p:sp>
      <p:cxnSp>
        <p:nvCxnSpPr>
          <p:cNvPr id="28" name="Gerade Verbindung mit Pfeil 27">
            <a:extLst>
              <a:ext uri="{FF2B5EF4-FFF2-40B4-BE49-F238E27FC236}">
                <a16:creationId xmlns:a16="http://schemas.microsoft.com/office/drawing/2014/main" id="{0B8520E1-C3CE-04FD-1CAC-9A87846169C7}"/>
              </a:ext>
            </a:extLst>
          </p:cNvPr>
          <p:cNvCxnSpPr>
            <a:cxnSpLocks/>
          </p:cNvCxnSpPr>
          <p:nvPr/>
        </p:nvCxnSpPr>
        <p:spPr>
          <a:xfrm>
            <a:off x="2411361" y="1756571"/>
            <a:ext cx="1084007" cy="0"/>
          </a:xfrm>
          <a:prstGeom prst="straightConnector1">
            <a:avLst/>
          </a:prstGeom>
          <a:ln w="762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Gerade Verbindung mit Pfeil 29">
            <a:extLst>
              <a:ext uri="{FF2B5EF4-FFF2-40B4-BE49-F238E27FC236}">
                <a16:creationId xmlns:a16="http://schemas.microsoft.com/office/drawing/2014/main" id="{3525D0CF-898C-0035-225B-9AE1F0CB5808}"/>
              </a:ext>
            </a:extLst>
          </p:cNvPr>
          <p:cNvCxnSpPr>
            <a:cxnSpLocks/>
          </p:cNvCxnSpPr>
          <p:nvPr/>
        </p:nvCxnSpPr>
        <p:spPr>
          <a:xfrm>
            <a:off x="2411361" y="2970855"/>
            <a:ext cx="1084007" cy="120552"/>
          </a:xfrm>
          <a:prstGeom prst="straightConnector1">
            <a:avLst/>
          </a:prstGeom>
          <a:ln w="762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Gerade Verbindung mit Pfeil 32">
            <a:extLst>
              <a:ext uri="{FF2B5EF4-FFF2-40B4-BE49-F238E27FC236}">
                <a16:creationId xmlns:a16="http://schemas.microsoft.com/office/drawing/2014/main" id="{D2F7BF74-5292-323F-CA6F-7D78016F215F}"/>
              </a:ext>
            </a:extLst>
          </p:cNvPr>
          <p:cNvCxnSpPr>
            <a:cxnSpLocks/>
          </p:cNvCxnSpPr>
          <p:nvPr/>
        </p:nvCxnSpPr>
        <p:spPr>
          <a:xfrm>
            <a:off x="2411361" y="4143351"/>
            <a:ext cx="1084007" cy="0"/>
          </a:xfrm>
          <a:prstGeom prst="straightConnector1">
            <a:avLst/>
          </a:prstGeom>
          <a:ln w="762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Gerade Verbindung mit Pfeil 33">
            <a:extLst>
              <a:ext uri="{FF2B5EF4-FFF2-40B4-BE49-F238E27FC236}">
                <a16:creationId xmlns:a16="http://schemas.microsoft.com/office/drawing/2014/main" id="{8453C146-CBE7-8868-FA0C-E2CA54EB12A3}"/>
              </a:ext>
            </a:extLst>
          </p:cNvPr>
          <p:cNvCxnSpPr>
            <a:cxnSpLocks/>
          </p:cNvCxnSpPr>
          <p:nvPr/>
        </p:nvCxnSpPr>
        <p:spPr>
          <a:xfrm flipH="1">
            <a:off x="8337754" y="1756571"/>
            <a:ext cx="467033" cy="0"/>
          </a:xfrm>
          <a:prstGeom prst="straightConnector1">
            <a:avLst/>
          </a:prstGeom>
          <a:ln w="762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Gerade Verbindung mit Pfeil 37">
            <a:extLst>
              <a:ext uri="{FF2B5EF4-FFF2-40B4-BE49-F238E27FC236}">
                <a16:creationId xmlns:a16="http://schemas.microsoft.com/office/drawing/2014/main" id="{6731631F-3A8C-D77E-B27F-FA1AB5EEBBE6}"/>
              </a:ext>
            </a:extLst>
          </p:cNvPr>
          <p:cNvCxnSpPr>
            <a:cxnSpLocks/>
          </p:cNvCxnSpPr>
          <p:nvPr/>
        </p:nvCxnSpPr>
        <p:spPr>
          <a:xfrm flipH="1">
            <a:off x="6577781" y="3366991"/>
            <a:ext cx="1926203"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Gerade Verbindung mit Pfeil 39">
            <a:extLst>
              <a:ext uri="{FF2B5EF4-FFF2-40B4-BE49-F238E27FC236}">
                <a16:creationId xmlns:a16="http://schemas.microsoft.com/office/drawing/2014/main" id="{121D846C-EA8E-DAE1-F750-D43B591D4BB7}"/>
              </a:ext>
            </a:extLst>
          </p:cNvPr>
          <p:cNvCxnSpPr>
            <a:cxnSpLocks/>
          </p:cNvCxnSpPr>
          <p:nvPr/>
        </p:nvCxnSpPr>
        <p:spPr>
          <a:xfrm flipH="1">
            <a:off x="6631398" y="5264746"/>
            <a:ext cx="1926203"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Zwölfeck 40">
            <a:extLst>
              <a:ext uri="{FF2B5EF4-FFF2-40B4-BE49-F238E27FC236}">
                <a16:creationId xmlns:a16="http://schemas.microsoft.com/office/drawing/2014/main" id="{7A98457F-F6C2-7C37-3777-869BE59B3CB4}"/>
              </a:ext>
            </a:extLst>
          </p:cNvPr>
          <p:cNvSpPr/>
          <p:nvPr/>
        </p:nvSpPr>
        <p:spPr>
          <a:xfrm>
            <a:off x="3204087" y="1892610"/>
            <a:ext cx="368710" cy="365125"/>
          </a:xfrm>
          <a:prstGeom prst="dodecag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a:solidFill>
                  <a:schemeClr val="tx1"/>
                </a:solidFill>
              </a:rPr>
              <a:t>1</a:t>
            </a:r>
          </a:p>
        </p:txBody>
      </p:sp>
      <p:sp>
        <p:nvSpPr>
          <p:cNvPr id="42" name="Zwölfeck 41">
            <a:extLst>
              <a:ext uri="{FF2B5EF4-FFF2-40B4-BE49-F238E27FC236}">
                <a16:creationId xmlns:a16="http://schemas.microsoft.com/office/drawing/2014/main" id="{68CA1FCF-4844-B734-9CAE-C8082D627D0D}"/>
              </a:ext>
            </a:extLst>
          </p:cNvPr>
          <p:cNvSpPr/>
          <p:nvPr/>
        </p:nvSpPr>
        <p:spPr>
          <a:xfrm>
            <a:off x="8436077" y="1951431"/>
            <a:ext cx="368710" cy="365125"/>
          </a:xfrm>
          <a:prstGeom prst="dodecag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a:solidFill>
                  <a:schemeClr val="tx1"/>
                </a:solidFill>
              </a:rPr>
              <a:t>2</a:t>
            </a:r>
          </a:p>
        </p:txBody>
      </p:sp>
      <p:sp>
        <p:nvSpPr>
          <p:cNvPr id="43" name="Zwölfeck 42">
            <a:extLst>
              <a:ext uri="{FF2B5EF4-FFF2-40B4-BE49-F238E27FC236}">
                <a16:creationId xmlns:a16="http://schemas.microsoft.com/office/drawing/2014/main" id="{97D4079C-62E3-329D-3EDD-9C819C0403E1}"/>
              </a:ext>
            </a:extLst>
          </p:cNvPr>
          <p:cNvSpPr/>
          <p:nvPr/>
        </p:nvSpPr>
        <p:spPr>
          <a:xfrm>
            <a:off x="2490019" y="2511293"/>
            <a:ext cx="368710" cy="365125"/>
          </a:xfrm>
          <a:prstGeom prst="dodecag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a:solidFill>
                  <a:schemeClr val="tx1"/>
                </a:solidFill>
              </a:rPr>
              <a:t>3</a:t>
            </a:r>
          </a:p>
        </p:txBody>
      </p:sp>
      <p:sp>
        <p:nvSpPr>
          <p:cNvPr id="44" name="Zwölfeck 43">
            <a:extLst>
              <a:ext uri="{FF2B5EF4-FFF2-40B4-BE49-F238E27FC236}">
                <a16:creationId xmlns:a16="http://schemas.microsoft.com/office/drawing/2014/main" id="{1F33F46A-5877-0009-6824-8FAA88B2C2C2}"/>
              </a:ext>
            </a:extLst>
          </p:cNvPr>
          <p:cNvSpPr/>
          <p:nvPr/>
        </p:nvSpPr>
        <p:spPr>
          <a:xfrm>
            <a:off x="8219308" y="2886522"/>
            <a:ext cx="368710" cy="365125"/>
          </a:xfrm>
          <a:prstGeom prst="dodecag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a:solidFill>
                  <a:schemeClr val="tx1"/>
                </a:solidFill>
              </a:rPr>
              <a:t>4</a:t>
            </a:r>
          </a:p>
        </p:txBody>
      </p:sp>
      <p:sp>
        <p:nvSpPr>
          <p:cNvPr id="45" name="Zwölfeck 44">
            <a:extLst>
              <a:ext uri="{FF2B5EF4-FFF2-40B4-BE49-F238E27FC236}">
                <a16:creationId xmlns:a16="http://schemas.microsoft.com/office/drawing/2014/main" id="{3FD06329-28CE-36E2-10BB-09661935B65D}"/>
              </a:ext>
            </a:extLst>
          </p:cNvPr>
          <p:cNvSpPr/>
          <p:nvPr/>
        </p:nvSpPr>
        <p:spPr>
          <a:xfrm>
            <a:off x="3079954" y="4591204"/>
            <a:ext cx="368710" cy="365125"/>
          </a:xfrm>
          <a:prstGeom prst="dodecag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a:solidFill>
                  <a:schemeClr val="tx1"/>
                </a:solidFill>
              </a:rPr>
              <a:t>5</a:t>
            </a:r>
          </a:p>
        </p:txBody>
      </p:sp>
      <p:sp>
        <p:nvSpPr>
          <p:cNvPr id="46" name="Zwölfeck 45">
            <a:extLst>
              <a:ext uri="{FF2B5EF4-FFF2-40B4-BE49-F238E27FC236}">
                <a16:creationId xmlns:a16="http://schemas.microsoft.com/office/drawing/2014/main" id="{C52D5C6E-DEC3-3611-2F7B-B8173E581C16}"/>
              </a:ext>
            </a:extLst>
          </p:cNvPr>
          <p:cNvSpPr/>
          <p:nvPr/>
        </p:nvSpPr>
        <p:spPr>
          <a:xfrm>
            <a:off x="8656385" y="5587912"/>
            <a:ext cx="368710" cy="365125"/>
          </a:xfrm>
          <a:prstGeom prst="dodecag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a:solidFill>
                  <a:schemeClr val="tx1"/>
                </a:solidFill>
              </a:rPr>
              <a:t>6</a:t>
            </a:r>
          </a:p>
        </p:txBody>
      </p:sp>
      <p:sp>
        <p:nvSpPr>
          <p:cNvPr id="47" name="Rechteck 46">
            <a:extLst>
              <a:ext uri="{FF2B5EF4-FFF2-40B4-BE49-F238E27FC236}">
                <a16:creationId xmlns:a16="http://schemas.microsoft.com/office/drawing/2014/main" id="{BB51B1FD-2DA1-5045-B93E-B90D9B6C86ED}"/>
              </a:ext>
            </a:extLst>
          </p:cNvPr>
          <p:cNvSpPr/>
          <p:nvPr/>
        </p:nvSpPr>
        <p:spPr>
          <a:xfrm>
            <a:off x="78657" y="14348"/>
            <a:ext cx="117987" cy="62473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Slide Number Placeholder 2">
            <a:extLst>
              <a:ext uri="{FF2B5EF4-FFF2-40B4-BE49-F238E27FC236}">
                <a16:creationId xmlns:a16="http://schemas.microsoft.com/office/drawing/2014/main" id="{0ED4B5A9-B6C2-2781-37EE-F8715823C850}"/>
              </a:ext>
            </a:extLst>
          </p:cNvPr>
          <p:cNvSpPr>
            <a:spLocks noGrp="1"/>
          </p:cNvSpPr>
          <p:nvPr>
            <p:ph type="sldNum" sz="quarter" idx="12"/>
          </p:nvPr>
        </p:nvSpPr>
        <p:spPr/>
        <p:txBody>
          <a:bodyPr/>
          <a:lstStyle/>
          <a:p>
            <a:fld id="{A65A5C87-DF58-40C8-B092-1DE63DB4547E}" type="slidenum">
              <a:rPr lang="de-DE" noProof="0" smtClean="0"/>
              <a:t>12</a:t>
            </a:fld>
            <a:endParaRPr lang="en-US"/>
          </a:p>
        </p:txBody>
      </p:sp>
    </p:spTree>
    <p:extLst>
      <p:ext uri="{BB962C8B-B14F-4D97-AF65-F5344CB8AC3E}">
        <p14:creationId xmlns:p14="http://schemas.microsoft.com/office/powerpoint/2010/main" val="20123697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16718-F129-5199-8C96-31E05E034081}"/>
            </a:ext>
          </a:extLst>
        </p:cNvPr>
        <p:cNvGrpSpPr/>
        <p:nvPr/>
      </p:nvGrpSpPr>
      <p:grpSpPr>
        <a:xfrm>
          <a:off x="0" y="0"/>
          <a:ext cx="0" cy="0"/>
          <a:chOff x="0" y="0"/>
          <a:chExt cx="0" cy="0"/>
        </a:xfrm>
      </p:grpSpPr>
      <p:sp>
        <p:nvSpPr>
          <p:cNvPr id="16" name="Title 4">
            <a:extLst>
              <a:ext uri="{FF2B5EF4-FFF2-40B4-BE49-F238E27FC236}">
                <a16:creationId xmlns:a16="http://schemas.microsoft.com/office/drawing/2014/main" id="{02824BCD-CAF2-CC64-22A2-5424CA42EBAB}"/>
              </a:ext>
            </a:extLst>
          </p:cNvPr>
          <p:cNvSpPr txBox="1">
            <a:spLocks/>
          </p:cNvSpPr>
          <p:nvPr/>
        </p:nvSpPr>
        <p:spPr>
          <a:xfrm>
            <a:off x="218767" y="6820"/>
            <a:ext cx="10515600" cy="686435"/>
          </a:xfrm>
          <a:prstGeom prst="rect">
            <a:avLst/>
          </a:prstGeom>
        </p:spPr>
        <p:txBody>
          <a:bodyPr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SW </a:t>
            </a:r>
            <a:r>
              <a:rPr lang="en-US" dirty="0" err="1"/>
              <a:t>Architektur</a:t>
            </a:r>
            <a:r>
              <a:rPr lang="en-US" dirty="0"/>
              <a:t> </a:t>
            </a:r>
            <a:r>
              <a:rPr lang="en-US" u="sng" dirty="0"/>
              <a:t>Main &amp; Motion</a:t>
            </a:r>
          </a:p>
        </p:txBody>
      </p:sp>
      <p:sp>
        <p:nvSpPr>
          <p:cNvPr id="22" name="Textfeld 21">
            <a:extLst>
              <a:ext uri="{FF2B5EF4-FFF2-40B4-BE49-F238E27FC236}">
                <a16:creationId xmlns:a16="http://schemas.microsoft.com/office/drawing/2014/main" id="{7BD1BD93-DCE9-E077-7AA0-7FB69FBB183C}"/>
              </a:ext>
            </a:extLst>
          </p:cNvPr>
          <p:cNvSpPr txBox="1"/>
          <p:nvPr/>
        </p:nvSpPr>
        <p:spPr>
          <a:xfrm>
            <a:off x="8474487" y="-36347"/>
            <a:ext cx="3982984" cy="923330"/>
          </a:xfrm>
          <a:prstGeom prst="rect">
            <a:avLst/>
          </a:prstGeom>
          <a:noFill/>
        </p:spPr>
        <p:txBody>
          <a:bodyPr wrap="square" rtlCol="0">
            <a:spAutoFit/>
          </a:bodyPr>
          <a:lstStyle/>
          <a:p>
            <a:r>
              <a:rPr lang="de-DE" dirty="0"/>
              <a:t>KKS = Kamera-Koordinatensystem</a:t>
            </a:r>
          </a:p>
          <a:p>
            <a:r>
              <a:rPr lang="de-DE" dirty="0"/>
              <a:t>WKS = Welt-Koordinatensystem</a:t>
            </a:r>
          </a:p>
          <a:p>
            <a:r>
              <a:rPr lang="de-DE" dirty="0"/>
              <a:t>RKS = Roboter-Koordinatensystem</a:t>
            </a:r>
          </a:p>
        </p:txBody>
      </p:sp>
      <p:pic>
        <p:nvPicPr>
          <p:cNvPr id="3" name="Grafik 2">
            <a:extLst>
              <a:ext uri="{FF2B5EF4-FFF2-40B4-BE49-F238E27FC236}">
                <a16:creationId xmlns:a16="http://schemas.microsoft.com/office/drawing/2014/main" id="{A41DC608-1588-1C5D-954E-654C2DB3C7B4}"/>
              </a:ext>
            </a:extLst>
          </p:cNvPr>
          <p:cNvPicPr>
            <a:picLocks noChangeAspect="1"/>
          </p:cNvPicPr>
          <p:nvPr/>
        </p:nvPicPr>
        <p:blipFill>
          <a:blip r:embed="rId2"/>
          <a:stretch>
            <a:fillRect/>
          </a:stretch>
        </p:blipFill>
        <p:spPr>
          <a:xfrm>
            <a:off x="1842565" y="810162"/>
            <a:ext cx="7166893" cy="4882858"/>
          </a:xfrm>
          <a:prstGeom prst="rect">
            <a:avLst/>
          </a:prstGeom>
        </p:spPr>
      </p:pic>
      <p:pic>
        <p:nvPicPr>
          <p:cNvPr id="5" name="Grafik 4">
            <a:extLst>
              <a:ext uri="{FF2B5EF4-FFF2-40B4-BE49-F238E27FC236}">
                <a16:creationId xmlns:a16="http://schemas.microsoft.com/office/drawing/2014/main" id="{767EA22A-DB22-3C4F-2902-A5846BAB72EA}"/>
              </a:ext>
            </a:extLst>
          </p:cNvPr>
          <p:cNvPicPr>
            <a:picLocks noChangeAspect="1"/>
          </p:cNvPicPr>
          <p:nvPr/>
        </p:nvPicPr>
        <p:blipFill>
          <a:blip r:embed="rId3"/>
          <a:stretch>
            <a:fillRect/>
          </a:stretch>
        </p:blipFill>
        <p:spPr>
          <a:xfrm>
            <a:off x="2429230" y="2604796"/>
            <a:ext cx="1892047" cy="562434"/>
          </a:xfrm>
          <a:prstGeom prst="rect">
            <a:avLst/>
          </a:prstGeom>
          <a:solidFill>
            <a:schemeClr val="bg2"/>
          </a:solidFill>
        </p:spPr>
      </p:pic>
      <p:sp>
        <p:nvSpPr>
          <p:cNvPr id="6" name="Textfeld 5">
            <a:extLst>
              <a:ext uri="{FF2B5EF4-FFF2-40B4-BE49-F238E27FC236}">
                <a16:creationId xmlns:a16="http://schemas.microsoft.com/office/drawing/2014/main" id="{D2A78862-8C9E-9D25-CED1-C428BA41BEB6}"/>
              </a:ext>
            </a:extLst>
          </p:cNvPr>
          <p:cNvSpPr txBox="1"/>
          <p:nvPr/>
        </p:nvSpPr>
        <p:spPr>
          <a:xfrm>
            <a:off x="159773" y="922608"/>
            <a:ext cx="3969774" cy="923330"/>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de-DE" dirty="0" err="1"/>
              <a:t>main_logic</a:t>
            </a:r>
            <a:r>
              <a:rPr lang="de-DE" dirty="0"/>
              <a:t> erkennt ankommendes Objekt </a:t>
            </a:r>
          </a:p>
          <a:p>
            <a:pPr marL="285750" indent="-285750">
              <a:buFont typeface="Arial" panose="020B0604020202020204" pitchFamily="34" charset="0"/>
              <a:buChar char="•"/>
            </a:pPr>
            <a:r>
              <a:rPr lang="de-DE" dirty="0"/>
              <a:t>Start des Events, je nach Typ </a:t>
            </a:r>
          </a:p>
        </p:txBody>
      </p:sp>
      <p:sp>
        <p:nvSpPr>
          <p:cNvPr id="7" name="Textfeld 6">
            <a:extLst>
              <a:ext uri="{FF2B5EF4-FFF2-40B4-BE49-F238E27FC236}">
                <a16:creationId xmlns:a16="http://schemas.microsoft.com/office/drawing/2014/main" id="{58049D37-056D-7235-E1D8-CB9948535639}"/>
              </a:ext>
            </a:extLst>
          </p:cNvPr>
          <p:cNvSpPr txBox="1"/>
          <p:nvPr/>
        </p:nvSpPr>
        <p:spPr>
          <a:xfrm>
            <a:off x="8329463" y="1149630"/>
            <a:ext cx="3512574" cy="646331"/>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de-DE" dirty="0"/>
              <a:t>Umrechnen des Greifpunkts von WKS in RKS</a:t>
            </a:r>
          </a:p>
        </p:txBody>
      </p:sp>
      <p:sp>
        <p:nvSpPr>
          <p:cNvPr id="9" name="Textfeld 8">
            <a:extLst>
              <a:ext uri="{FF2B5EF4-FFF2-40B4-BE49-F238E27FC236}">
                <a16:creationId xmlns:a16="http://schemas.microsoft.com/office/drawing/2014/main" id="{34A32959-8FE6-A38D-B473-010DD4ED6BBC}"/>
              </a:ext>
            </a:extLst>
          </p:cNvPr>
          <p:cNvSpPr txBox="1"/>
          <p:nvPr/>
        </p:nvSpPr>
        <p:spPr>
          <a:xfrm>
            <a:off x="54076" y="3429000"/>
            <a:ext cx="3896033" cy="646331"/>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de-DE" dirty="0"/>
              <a:t>Übergabe von „Greifpunkt“</a:t>
            </a:r>
          </a:p>
          <a:p>
            <a:pPr marL="285750" indent="-285750">
              <a:buFont typeface="Arial" panose="020B0604020202020204" pitchFamily="34" charset="0"/>
              <a:buChar char="•"/>
            </a:pPr>
            <a:r>
              <a:rPr lang="de-DE" dirty="0"/>
              <a:t>Übergabe von „Ablege Ort“ </a:t>
            </a:r>
          </a:p>
        </p:txBody>
      </p:sp>
      <p:sp>
        <p:nvSpPr>
          <p:cNvPr id="11" name="Textfeld 10">
            <a:extLst>
              <a:ext uri="{FF2B5EF4-FFF2-40B4-BE49-F238E27FC236}">
                <a16:creationId xmlns:a16="http://schemas.microsoft.com/office/drawing/2014/main" id="{11683AA6-6FA0-5DC6-81D6-6FA0DB5D6329}"/>
              </a:ext>
            </a:extLst>
          </p:cNvPr>
          <p:cNvSpPr txBox="1"/>
          <p:nvPr/>
        </p:nvSpPr>
        <p:spPr>
          <a:xfrm>
            <a:off x="8329463" y="2604796"/>
            <a:ext cx="3855474" cy="923330"/>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de-DE" dirty="0"/>
              <a:t>Startphase</a:t>
            </a:r>
          </a:p>
          <a:p>
            <a:pPr marL="285750" indent="-285750">
              <a:buFont typeface="Arial" panose="020B0604020202020204" pitchFamily="34" charset="0"/>
              <a:buChar char="•"/>
            </a:pPr>
            <a:r>
              <a:rPr lang="de-DE" dirty="0"/>
              <a:t>Anfahren der Referenzpunkte</a:t>
            </a:r>
          </a:p>
          <a:p>
            <a:pPr marL="285750" indent="-285750">
              <a:buFont typeface="Arial" panose="020B0604020202020204" pitchFamily="34" charset="0"/>
              <a:buChar char="•"/>
            </a:pPr>
            <a:r>
              <a:rPr lang="de-DE" dirty="0"/>
              <a:t>Positionieren an </a:t>
            </a:r>
            <a:r>
              <a:rPr lang="de-DE" dirty="0" err="1"/>
              <a:t>Defaultpos</a:t>
            </a:r>
            <a:r>
              <a:rPr lang="de-DE" dirty="0"/>
              <a:t>.</a:t>
            </a:r>
          </a:p>
        </p:txBody>
      </p:sp>
      <p:sp>
        <p:nvSpPr>
          <p:cNvPr id="12" name="Textfeld 11">
            <a:extLst>
              <a:ext uri="{FF2B5EF4-FFF2-40B4-BE49-F238E27FC236}">
                <a16:creationId xmlns:a16="http://schemas.microsoft.com/office/drawing/2014/main" id="{8B93A0E7-A58B-64A1-1287-4ECA6950D8A9}"/>
              </a:ext>
            </a:extLst>
          </p:cNvPr>
          <p:cNvSpPr txBox="1"/>
          <p:nvPr/>
        </p:nvSpPr>
        <p:spPr>
          <a:xfrm>
            <a:off x="159773" y="5429998"/>
            <a:ext cx="5687962" cy="646331"/>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de-DE" dirty="0"/>
              <a:t>Geregelte Anfahrt an „Greifpunkt“</a:t>
            </a:r>
          </a:p>
          <a:p>
            <a:pPr marL="285750" indent="-285750">
              <a:buFont typeface="Arial" panose="020B0604020202020204" pitchFamily="34" charset="0"/>
              <a:buChar char="•"/>
            </a:pPr>
            <a:r>
              <a:rPr lang="de-DE" dirty="0"/>
              <a:t>Greifen des Objekts</a:t>
            </a:r>
          </a:p>
        </p:txBody>
      </p:sp>
      <p:sp>
        <p:nvSpPr>
          <p:cNvPr id="13" name="Textfeld 12">
            <a:extLst>
              <a:ext uri="{FF2B5EF4-FFF2-40B4-BE49-F238E27FC236}">
                <a16:creationId xmlns:a16="http://schemas.microsoft.com/office/drawing/2014/main" id="{CD6BFD26-8960-53AE-6C71-92EA37D8CCA7}"/>
              </a:ext>
            </a:extLst>
          </p:cNvPr>
          <p:cNvSpPr txBox="1"/>
          <p:nvPr/>
        </p:nvSpPr>
        <p:spPr>
          <a:xfrm>
            <a:off x="159773" y="6014933"/>
            <a:ext cx="6277407" cy="646331"/>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de-DE" dirty="0"/>
              <a:t>Geregelte Anfahrt zum Typenabhängigen Containers</a:t>
            </a:r>
          </a:p>
          <a:p>
            <a:pPr marL="285750" indent="-285750">
              <a:buFont typeface="Arial" panose="020B0604020202020204" pitchFamily="34" charset="0"/>
              <a:buChar char="•"/>
            </a:pPr>
            <a:r>
              <a:rPr lang="de-DE" dirty="0"/>
              <a:t>Anfahrt zur </a:t>
            </a:r>
            <a:r>
              <a:rPr lang="de-DE" dirty="0" err="1"/>
              <a:t>Defaultposition</a:t>
            </a:r>
            <a:endParaRPr lang="de-DE" dirty="0"/>
          </a:p>
        </p:txBody>
      </p:sp>
      <p:cxnSp>
        <p:nvCxnSpPr>
          <p:cNvPr id="14" name="Gerade Verbindung mit Pfeil 13">
            <a:extLst>
              <a:ext uri="{FF2B5EF4-FFF2-40B4-BE49-F238E27FC236}">
                <a16:creationId xmlns:a16="http://schemas.microsoft.com/office/drawing/2014/main" id="{B1ED2CC7-42AD-1779-7953-0F8D39F3F2FB}"/>
              </a:ext>
            </a:extLst>
          </p:cNvPr>
          <p:cNvCxnSpPr>
            <a:cxnSpLocks/>
          </p:cNvCxnSpPr>
          <p:nvPr/>
        </p:nvCxnSpPr>
        <p:spPr>
          <a:xfrm>
            <a:off x="2883309" y="1209156"/>
            <a:ext cx="1246238" cy="0"/>
          </a:xfrm>
          <a:prstGeom prst="straightConnector1">
            <a:avLst/>
          </a:prstGeom>
          <a:ln w="762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Gerade Verbindung mit Pfeil 19">
            <a:extLst>
              <a:ext uri="{FF2B5EF4-FFF2-40B4-BE49-F238E27FC236}">
                <a16:creationId xmlns:a16="http://schemas.microsoft.com/office/drawing/2014/main" id="{72BEC689-B5E7-198A-2165-428CD7E25CFA}"/>
              </a:ext>
            </a:extLst>
          </p:cNvPr>
          <p:cNvCxnSpPr>
            <a:cxnSpLocks/>
          </p:cNvCxnSpPr>
          <p:nvPr/>
        </p:nvCxnSpPr>
        <p:spPr>
          <a:xfrm flipV="1">
            <a:off x="1194619" y="4901168"/>
            <a:ext cx="594851" cy="452497"/>
          </a:xfrm>
          <a:prstGeom prst="straightConnector1">
            <a:avLst/>
          </a:prstGeom>
          <a:ln w="762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Gerade Verbindung mit Pfeil 26">
            <a:extLst>
              <a:ext uri="{FF2B5EF4-FFF2-40B4-BE49-F238E27FC236}">
                <a16:creationId xmlns:a16="http://schemas.microsoft.com/office/drawing/2014/main" id="{EA00D11E-6DFB-09CE-D00E-E74D1EDF6277}"/>
              </a:ext>
            </a:extLst>
          </p:cNvPr>
          <p:cNvCxnSpPr>
            <a:cxnSpLocks/>
          </p:cNvCxnSpPr>
          <p:nvPr/>
        </p:nvCxnSpPr>
        <p:spPr>
          <a:xfrm flipH="1" flipV="1">
            <a:off x="7816645" y="1384273"/>
            <a:ext cx="628348" cy="125345"/>
          </a:xfrm>
          <a:prstGeom prst="straightConnector1">
            <a:avLst/>
          </a:prstGeom>
          <a:ln w="762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Gerade Verbindung mit Pfeil 31">
            <a:extLst>
              <a:ext uri="{FF2B5EF4-FFF2-40B4-BE49-F238E27FC236}">
                <a16:creationId xmlns:a16="http://schemas.microsoft.com/office/drawing/2014/main" id="{DBE81D22-3ABB-D5DE-4AB5-A8B89F64EA97}"/>
              </a:ext>
            </a:extLst>
          </p:cNvPr>
          <p:cNvCxnSpPr>
            <a:cxnSpLocks/>
          </p:cNvCxnSpPr>
          <p:nvPr/>
        </p:nvCxnSpPr>
        <p:spPr>
          <a:xfrm flipH="1">
            <a:off x="7742903" y="2806552"/>
            <a:ext cx="495610"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Gerade Verbindung mit Pfeil 35">
            <a:extLst>
              <a:ext uri="{FF2B5EF4-FFF2-40B4-BE49-F238E27FC236}">
                <a16:creationId xmlns:a16="http://schemas.microsoft.com/office/drawing/2014/main" id="{11FEE4CA-4911-116D-A707-8213CECF095D}"/>
              </a:ext>
            </a:extLst>
          </p:cNvPr>
          <p:cNvCxnSpPr>
            <a:cxnSpLocks/>
          </p:cNvCxnSpPr>
          <p:nvPr/>
        </p:nvCxnSpPr>
        <p:spPr>
          <a:xfrm>
            <a:off x="3523944" y="3718495"/>
            <a:ext cx="605603"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Zwölfeck 38">
            <a:extLst>
              <a:ext uri="{FF2B5EF4-FFF2-40B4-BE49-F238E27FC236}">
                <a16:creationId xmlns:a16="http://schemas.microsoft.com/office/drawing/2014/main" id="{75282ABF-6955-92DA-9FEE-3E79907B4198}"/>
              </a:ext>
            </a:extLst>
          </p:cNvPr>
          <p:cNvSpPr/>
          <p:nvPr/>
        </p:nvSpPr>
        <p:spPr>
          <a:xfrm>
            <a:off x="2153925" y="2580068"/>
            <a:ext cx="368710" cy="365125"/>
          </a:xfrm>
          <a:prstGeom prst="dodecag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a:solidFill>
                  <a:schemeClr val="tx1"/>
                </a:solidFill>
              </a:rPr>
              <a:t>0</a:t>
            </a:r>
          </a:p>
        </p:txBody>
      </p:sp>
      <p:sp>
        <p:nvSpPr>
          <p:cNvPr id="41" name="Zwölfeck 40">
            <a:extLst>
              <a:ext uri="{FF2B5EF4-FFF2-40B4-BE49-F238E27FC236}">
                <a16:creationId xmlns:a16="http://schemas.microsoft.com/office/drawing/2014/main" id="{C0DA0CCD-54F2-5B8F-5261-63B766063478}"/>
              </a:ext>
            </a:extLst>
          </p:cNvPr>
          <p:cNvSpPr/>
          <p:nvPr/>
        </p:nvSpPr>
        <p:spPr>
          <a:xfrm>
            <a:off x="3577711" y="725511"/>
            <a:ext cx="368710" cy="365125"/>
          </a:xfrm>
          <a:prstGeom prst="dodecag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a:solidFill>
                  <a:schemeClr val="tx1"/>
                </a:solidFill>
              </a:rPr>
              <a:t>1</a:t>
            </a:r>
          </a:p>
        </p:txBody>
      </p:sp>
      <p:sp>
        <p:nvSpPr>
          <p:cNvPr id="42" name="Zwölfeck 41">
            <a:extLst>
              <a:ext uri="{FF2B5EF4-FFF2-40B4-BE49-F238E27FC236}">
                <a16:creationId xmlns:a16="http://schemas.microsoft.com/office/drawing/2014/main" id="{30E15F5C-4553-F502-0492-CFC55060D663}"/>
              </a:ext>
            </a:extLst>
          </p:cNvPr>
          <p:cNvSpPr/>
          <p:nvPr/>
        </p:nvSpPr>
        <p:spPr>
          <a:xfrm>
            <a:off x="9980725" y="2542985"/>
            <a:ext cx="368710" cy="365125"/>
          </a:xfrm>
          <a:prstGeom prst="dodecag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a:solidFill>
                  <a:schemeClr val="tx1"/>
                </a:solidFill>
              </a:rPr>
              <a:t>/</a:t>
            </a:r>
          </a:p>
        </p:txBody>
      </p:sp>
      <p:sp>
        <p:nvSpPr>
          <p:cNvPr id="43" name="Zwölfeck 42">
            <a:extLst>
              <a:ext uri="{FF2B5EF4-FFF2-40B4-BE49-F238E27FC236}">
                <a16:creationId xmlns:a16="http://schemas.microsoft.com/office/drawing/2014/main" id="{BF6E5312-361A-3566-518F-4AB3A2938820}"/>
              </a:ext>
            </a:extLst>
          </p:cNvPr>
          <p:cNvSpPr/>
          <p:nvPr/>
        </p:nvSpPr>
        <p:spPr>
          <a:xfrm>
            <a:off x="7990708" y="886983"/>
            <a:ext cx="368710" cy="365125"/>
          </a:xfrm>
          <a:prstGeom prst="dodecag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a:solidFill>
                  <a:schemeClr val="tx1"/>
                </a:solidFill>
              </a:rPr>
              <a:t>2</a:t>
            </a:r>
          </a:p>
        </p:txBody>
      </p:sp>
      <p:sp>
        <p:nvSpPr>
          <p:cNvPr id="44" name="Zwölfeck 43">
            <a:extLst>
              <a:ext uri="{FF2B5EF4-FFF2-40B4-BE49-F238E27FC236}">
                <a16:creationId xmlns:a16="http://schemas.microsoft.com/office/drawing/2014/main" id="{270F06EC-56F7-BE65-9B58-A948CD9EA625}"/>
              </a:ext>
            </a:extLst>
          </p:cNvPr>
          <p:cNvSpPr/>
          <p:nvPr/>
        </p:nvSpPr>
        <p:spPr>
          <a:xfrm>
            <a:off x="3862538" y="1350868"/>
            <a:ext cx="368710" cy="365125"/>
          </a:xfrm>
          <a:prstGeom prst="dodecag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a:solidFill>
                  <a:schemeClr val="tx1"/>
                </a:solidFill>
              </a:rPr>
              <a:t>3</a:t>
            </a:r>
          </a:p>
        </p:txBody>
      </p:sp>
      <p:sp>
        <p:nvSpPr>
          <p:cNvPr id="45" name="Zwölfeck 44">
            <a:extLst>
              <a:ext uri="{FF2B5EF4-FFF2-40B4-BE49-F238E27FC236}">
                <a16:creationId xmlns:a16="http://schemas.microsoft.com/office/drawing/2014/main" id="{DB71C623-3DC1-7659-BE02-052D8357833D}"/>
              </a:ext>
            </a:extLst>
          </p:cNvPr>
          <p:cNvSpPr/>
          <p:nvPr/>
        </p:nvSpPr>
        <p:spPr>
          <a:xfrm>
            <a:off x="240782" y="3069028"/>
            <a:ext cx="368710" cy="365125"/>
          </a:xfrm>
          <a:prstGeom prst="dodecag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a:solidFill>
                  <a:schemeClr val="tx1"/>
                </a:solidFill>
              </a:rPr>
              <a:t>4</a:t>
            </a:r>
          </a:p>
        </p:txBody>
      </p:sp>
      <p:sp>
        <p:nvSpPr>
          <p:cNvPr id="46" name="Zwölfeck 45">
            <a:extLst>
              <a:ext uri="{FF2B5EF4-FFF2-40B4-BE49-F238E27FC236}">
                <a16:creationId xmlns:a16="http://schemas.microsoft.com/office/drawing/2014/main" id="{94AB77E9-BB3A-68AD-26DA-3B0B22810490}"/>
              </a:ext>
            </a:extLst>
          </p:cNvPr>
          <p:cNvSpPr/>
          <p:nvPr/>
        </p:nvSpPr>
        <p:spPr>
          <a:xfrm>
            <a:off x="772814" y="4955494"/>
            <a:ext cx="368710" cy="365125"/>
          </a:xfrm>
          <a:prstGeom prst="dodecag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de-DE" dirty="0">
                <a:solidFill>
                  <a:schemeClr val="tx1"/>
                </a:solidFill>
              </a:rPr>
              <a:t>5</a:t>
            </a:r>
          </a:p>
        </p:txBody>
      </p:sp>
      <p:sp>
        <p:nvSpPr>
          <p:cNvPr id="47" name="Rechteck 46">
            <a:extLst>
              <a:ext uri="{FF2B5EF4-FFF2-40B4-BE49-F238E27FC236}">
                <a16:creationId xmlns:a16="http://schemas.microsoft.com/office/drawing/2014/main" id="{9A9B42CF-F496-3408-BD15-4BE33898892A}"/>
              </a:ext>
            </a:extLst>
          </p:cNvPr>
          <p:cNvSpPr/>
          <p:nvPr/>
        </p:nvSpPr>
        <p:spPr>
          <a:xfrm>
            <a:off x="90947" y="25306"/>
            <a:ext cx="117987" cy="62473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Slide Number Placeholder 3">
            <a:extLst>
              <a:ext uri="{FF2B5EF4-FFF2-40B4-BE49-F238E27FC236}">
                <a16:creationId xmlns:a16="http://schemas.microsoft.com/office/drawing/2014/main" id="{79461D01-F99B-B333-11D0-00D3307F4D06}"/>
              </a:ext>
            </a:extLst>
          </p:cNvPr>
          <p:cNvSpPr>
            <a:spLocks noGrp="1"/>
          </p:cNvSpPr>
          <p:nvPr>
            <p:ph type="sldNum" sz="quarter" idx="12"/>
          </p:nvPr>
        </p:nvSpPr>
        <p:spPr/>
        <p:txBody>
          <a:bodyPr/>
          <a:lstStyle/>
          <a:p>
            <a:fld id="{A65A5C87-DF58-40C8-B092-1DE63DB4547E}" type="slidenum">
              <a:rPr lang="de-DE" noProof="0" smtClean="0"/>
              <a:t>13</a:t>
            </a:fld>
            <a:endParaRPr lang="en-US"/>
          </a:p>
        </p:txBody>
      </p:sp>
    </p:spTree>
    <p:extLst>
      <p:ext uri="{BB962C8B-B14F-4D97-AF65-F5344CB8AC3E}">
        <p14:creationId xmlns:p14="http://schemas.microsoft.com/office/powerpoint/2010/main" val="4283071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el 30">
            <a:extLst>
              <a:ext uri="{FF2B5EF4-FFF2-40B4-BE49-F238E27FC236}">
                <a16:creationId xmlns:a16="http://schemas.microsoft.com/office/drawing/2014/main" id="{BA0731AF-1B6B-550C-0E79-0929EA6B2637}"/>
              </a:ext>
            </a:extLst>
          </p:cNvPr>
          <p:cNvSpPr>
            <a:spLocks noGrp="1"/>
          </p:cNvSpPr>
          <p:nvPr>
            <p:ph type="title"/>
          </p:nvPr>
        </p:nvSpPr>
        <p:spPr/>
        <p:txBody>
          <a:bodyPr/>
          <a:lstStyle/>
          <a:p>
            <a:r>
              <a:rPr lang="de-DE" dirty="0"/>
              <a:t>Danke für Ihre Aufmerksamkeit</a:t>
            </a:r>
          </a:p>
        </p:txBody>
      </p:sp>
      <p:pic>
        <p:nvPicPr>
          <p:cNvPr id="41" name="Grafik 40">
            <a:extLst>
              <a:ext uri="{FF2B5EF4-FFF2-40B4-BE49-F238E27FC236}">
                <a16:creationId xmlns:a16="http://schemas.microsoft.com/office/drawing/2014/main" id="{DA913EC3-E518-083B-3920-8FE82E8F9723}"/>
              </a:ext>
            </a:extLst>
          </p:cNvPr>
          <p:cNvPicPr>
            <a:picLocks noChangeAspect="1"/>
          </p:cNvPicPr>
          <p:nvPr/>
        </p:nvPicPr>
        <p:blipFill>
          <a:blip r:embed="rId3"/>
          <a:stretch>
            <a:fillRect/>
          </a:stretch>
        </p:blipFill>
        <p:spPr>
          <a:xfrm>
            <a:off x="250368" y="466536"/>
            <a:ext cx="6400464" cy="5509531"/>
          </a:xfrm>
          <a:prstGeom prst="rect">
            <a:avLst/>
          </a:prstGeom>
        </p:spPr>
      </p:pic>
      <p:sp>
        <p:nvSpPr>
          <p:cNvPr id="2" name="Textfeld 1">
            <a:extLst>
              <a:ext uri="{FF2B5EF4-FFF2-40B4-BE49-F238E27FC236}">
                <a16:creationId xmlns:a16="http://schemas.microsoft.com/office/drawing/2014/main" id="{7A5818F7-CA5B-A223-2F83-064273E8B276}"/>
              </a:ext>
            </a:extLst>
          </p:cNvPr>
          <p:cNvSpPr txBox="1"/>
          <p:nvPr/>
        </p:nvSpPr>
        <p:spPr>
          <a:xfrm>
            <a:off x="7744082" y="2354545"/>
            <a:ext cx="3236091" cy="646331"/>
          </a:xfrm>
          <a:prstGeom prst="rect">
            <a:avLst/>
          </a:prstGeom>
          <a:noFill/>
        </p:spPr>
        <p:txBody>
          <a:bodyPr wrap="square" rtlCol="0">
            <a:spAutoFit/>
          </a:bodyPr>
          <a:lstStyle/>
          <a:p>
            <a:r>
              <a:rPr lang="de-DE" dirty="0"/>
              <a:t>Kurzvorstellung des Projekts und des Teams</a:t>
            </a:r>
          </a:p>
        </p:txBody>
      </p:sp>
      <p:sp>
        <p:nvSpPr>
          <p:cNvPr id="3" name="Textfeld 2">
            <a:extLst>
              <a:ext uri="{FF2B5EF4-FFF2-40B4-BE49-F238E27FC236}">
                <a16:creationId xmlns:a16="http://schemas.microsoft.com/office/drawing/2014/main" id="{5750E1AE-9DAD-35DF-94E2-DDD79D2BF1D4}"/>
              </a:ext>
            </a:extLst>
          </p:cNvPr>
          <p:cNvSpPr txBox="1"/>
          <p:nvPr/>
        </p:nvSpPr>
        <p:spPr>
          <a:xfrm>
            <a:off x="7772400" y="3248242"/>
            <a:ext cx="2802194" cy="923330"/>
          </a:xfrm>
          <a:prstGeom prst="rect">
            <a:avLst/>
          </a:prstGeom>
          <a:noFill/>
        </p:spPr>
        <p:txBody>
          <a:bodyPr wrap="square" rtlCol="0">
            <a:spAutoFit/>
          </a:bodyPr>
          <a:lstStyle/>
          <a:p>
            <a:r>
              <a:rPr lang="de-DE" dirty="0"/>
              <a:t>Projektmanagement</a:t>
            </a:r>
          </a:p>
          <a:p>
            <a:pPr marL="285750" indent="-285750">
              <a:buFontTx/>
              <a:buChar char="-"/>
            </a:pPr>
            <a:r>
              <a:rPr lang="de-DE" i="1" dirty="0"/>
              <a:t>Meilensteine</a:t>
            </a:r>
          </a:p>
          <a:p>
            <a:pPr marL="285750" indent="-285750">
              <a:buFontTx/>
              <a:buChar char="-"/>
            </a:pPr>
            <a:r>
              <a:rPr lang="de-DE" i="1" dirty="0"/>
              <a:t>Risikomanagement</a:t>
            </a:r>
          </a:p>
        </p:txBody>
      </p:sp>
      <p:sp>
        <p:nvSpPr>
          <p:cNvPr id="4" name="Textfeld 3">
            <a:extLst>
              <a:ext uri="{FF2B5EF4-FFF2-40B4-BE49-F238E27FC236}">
                <a16:creationId xmlns:a16="http://schemas.microsoft.com/office/drawing/2014/main" id="{79F1E372-F22B-27A7-5E28-E95F9D1726D2}"/>
              </a:ext>
            </a:extLst>
          </p:cNvPr>
          <p:cNvSpPr txBox="1"/>
          <p:nvPr/>
        </p:nvSpPr>
        <p:spPr>
          <a:xfrm>
            <a:off x="7772400" y="4416430"/>
            <a:ext cx="2802194" cy="369332"/>
          </a:xfrm>
          <a:prstGeom prst="rect">
            <a:avLst/>
          </a:prstGeom>
          <a:noFill/>
        </p:spPr>
        <p:txBody>
          <a:bodyPr wrap="square" rtlCol="0">
            <a:spAutoFit/>
          </a:bodyPr>
          <a:lstStyle/>
          <a:p>
            <a:r>
              <a:rPr lang="de-DE" dirty="0"/>
              <a:t>Arbeitsverteilung</a:t>
            </a:r>
          </a:p>
        </p:txBody>
      </p:sp>
      <p:sp>
        <p:nvSpPr>
          <p:cNvPr id="5" name="Textfeld 4">
            <a:extLst>
              <a:ext uri="{FF2B5EF4-FFF2-40B4-BE49-F238E27FC236}">
                <a16:creationId xmlns:a16="http://schemas.microsoft.com/office/drawing/2014/main" id="{C4F65701-5271-BDC3-D992-0BEB9143C010}"/>
              </a:ext>
            </a:extLst>
          </p:cNvPr>
          <p:cNvSpPr txBox="1"/>
          <p:nvPr/>
        </p:nvSpPr>
        <p:spPr>
          <a:xfrm>
            <a:off x="7772400" y="5030621"/>
            <a:ext cx="2802194" cy="646331"/>
          </a:xfrm>
          <a:prstGeom prst="rect">
            <a:avLst/>
          </a:prstGeom>
          <a:noFill/>
        </p:spPr>
        <p:txBody>
          <a:bodyPr wrap="square" rtlCol="0">
            <a:spAutoFit/>
          </a:bodyPr>
          <a:lstStyle/>
          <a:p>
            <a:r>
              <a:rPr lang="de-DE" dirty="0"/>
              <a:t>Technische Umsetzung</a:t>
            </a:r>
          </a:p>
          <a:p>
            <a:pPr marL="285750" indent="-285750">
              <a:buFontTx/>
              <a:buChar char="-"/>
            </a:pPr>
            <a:r>
              <a:rPr lang="de-DE" i="1" dirty="0"/>
              <a:t>Software Architektur</a:t>
            </a:r>
          </a:p>
        </p:txBody>
      </p:sp>
      <p:sp>
        <p:nvSpPr>
          <p:cNvPr id="6" name="TextBox 5">
            <a:extLst>
              <a:ext uri="{FF2B5EF4-FFF2-40B4-BE49-F238E27FC236}">
                <a16:creationId xmlns:a16="http://schemas.microsoft.com/office/drawing/2014/main" id="{490991E0-4EA8-4EF7-02E4-A808F5232095}"/>
              </a:ext>
            </a:extLst>
          </p:cNvPr>
          <p:cNvSpPr txBox="1"/>
          <p:nvPr/>
        </p:nvSpPr>
        <p:spPr>
          <a:xfrm>
            <a:off x="248095" y="5977861"/>
            <a:ext cx="1340881"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i="1" dirty="0"/>
              <a:t>"</a:t>
            </a:r>
            <a:r>
              <a:rPr lang="en-US" sz="1100" i="1" dirty="0" err="1"/>
              <a:t>abstrakte</a:t>
            </a:r>
            <a:r>
              <a:rPr lang="en-US" sz="1100" i="1" dirty="0"/>
              <a:t> </a:t>
            </a:r>
            <a:r>
              <a:rPr lang="en-US" sz="1100" i="1" dirty="0" err="1"/>
              <a:t>Skizze</a:t>
            </a:r>
            <a:r>
              <a:rPr lang="en-US" sz="1100" i="1" dirty="0"/>
              <a:t>"</a:t>
            </a:r>
            <a:endParaRPr lang="en-US" dirty="0"/>
          </a:p>
        </p:txBody>
      </p:sp>
      <p:sp>
        <p:nvSpPr>
          <p:cNvPr id="9" name="Slide Number Placeholder 8">
            <a:extLst>
              <a:ext uri="{FF2B5EF4-FFF2-40B4-BE49-F238E27FC236}">
                <a16:creationId xmlns:a16="http://schemas.microsoft.com/office/drawing/2014/main" id="{8AE572BA-D255-8361-DAFF-33162EC01146}"/>
              </a:ext>
            </a:extLst>
          </p:cNvPr>
          <p:cNvSpPr>
            <a:spLocks noGrp="1"/>
          </p:cNvSpPr>
          <p:nvPr>
            <p:ph type="sldNum" sz="quarter" idx="20"/>
          </p:nvPr>
        </p:nvSpPr>
        <p:spPr/>
        <p:txBody>
          <a:bodyPr/>
          <a:lstStyle/>
          <a:p>
            <a:fld id="{A65A5C87-DF58-40C8-B092-1DE63DB4547E}" type="slidenum">
              <a:rPr lang="de-DE" noProof="0" smtClean="0"/>
              <a:t>14</a:t>
            </a:fld>
            <a:endParaRPr lang="en-US"/>
          </a:p>
        </p:txBody>
      </p:sp>
    </p:spTree>
    <p:extLst>
      <p:ext uri="{BB962C8B-B14F-4D97-AF65-F5344CB8AC3E}">
        <p14:creationId xmlns:p14="http://schemas.microsoft.com/office/powerpoint/2010/main" val="12577528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E209E4-B947-4446-AD42-C1B3A0C1F583}"/>
              </a:ext>
            </a:extLst>
          </p:cNvPr>
          <p:cNvSpPr>
            <a:spLocks noGrp="1"/>
          </p:cNvSpPr>
          <p:nvPr>
            <p:ph type="title"/>
          </p:nvPr>
        </p:nvSpPr>
        <p:spPr/>
        <p:txBody>
          <a:bodyPr rtlCol="0"/>
          <a:lstStyle/>
          <a:p>
            <a:pPr rtl="0"/>
            <a:r>
              <a:rPr lang="de-DE" dirty="0"/>
              <a:t>Diagramm</a:t>
            </a:r>
          </a:p>
        </p:txBody>
      </p:sp>
      <p:graphicFrame>
        <p:nvGraphicFramePr>
          <p:cNvPr id="9" name="Inhaltsplatzhalter 8" descr="Diagramm">
            <a:extLst>
              <a:ext uri="{FF2B5EF4-FFF2-40B4-BE49-F238E27FC236}">
                <a16:creationId xmlns:a16="http://schemas.microsoft.com/office/drawing/2014/main" id="{E5BCED8C-11AC-4A52-8DA6-2AC6CE63DD3A}"/>
              </a:ext>
            </a:extLst>
          </p:cNvPr>
          <p:cNvGraphicFramePr>
            <a:graphicFrameLocks noGrp="1"/>
          </p:cNvGraphicFramePr>
          <p:nvPr>
            <p:ph idx="1"/>
            <p:extLst>
              <p:ext uri="{D42A27DB-BD31-4B8C-83A1-F6EECF244321}">
                <p14:modId xmlns:p14="http://schemas.microsoft.com/office/powerpoint/2010/main" val="3227053567"/>
              </p:ext>
            </p:extLst>
          </p:nvPr>
        </p:nvGraphicFramePr>
        <p:xfrm>
          <a:off x="1116013" y="2478088"/>
          <a:ext cx="10167937" cy="3694112"/>
        </p:xfrm>
        <a:graphic>
          <a:graphicData uri="http://schemas.openxmlformats.org/drawingml/2006/chart">
            <c:chart xmlns:c="http://schemas.openxmlformats.org/drawingml/2006/chart" xmlns:r="http://schemas.openxmlformats.org/officeDocument/2006/relationships" r:id="rId3"/>
          </a:graphicData>
        </a:graphic>
      </p:graphicFrame>
      <p:sp>
        <p:nvSpPr>
          <p:cNvPr id="7" name="Datumsplatzhalter 3">
            <a:extLst>
              <a:ext uri="{FF2B5EF4-FFF2-40B4-BE49-F238E27FC236}">
                <a16:creationId xmlns:a16="http://schemas.microsoft.com/office/drawing/2014/main" id="{D4486A56-2CA4-425A-89F9-E8324C1268ED}"/>
              </a:ext>
            </a:extLst>
          </p:cNvPr>
          <p:cNvSpPr>
            <a:spLocks noGrp="1"/>
          </p:cNvSpPr>
          <p:nvPr>
            <p:ph type="dt" sz="half" idx="10"/>
          </p:nvPr>
        </p:nvSpPr>
        <p:spPr/>
        <p:txBody>
          <a:bodyPr rtlCol="0"/>
          <a:lstStyle/>
          <a:p>
            <a:pPr rtl="0"/>
            <a:r>
              <a:rPr lang="de-DE" dirty="0"/>
              <a:t>04.09.20XX</a:t>
            </a:r>
          </a:p>
        </p:txBody>
      </p:sp>
      <p:sp>
        <p:nvSpPr>
          <p:cNvPr id="4" name="Slide Number Placeholder 3">
            <a:extLst>
              <a:ext uri="{FF2B5EF4-FFF2-40B4-BE49-F238E27FC236}">
                <a16:creationId xmlns:a16="http://schemas.microsoft.com/office/drawing/2014/main" id="{FDA63083-31A9-C17D-8E81-11E4B497D816}"/>
              </a:ext>
            </a:extLst>
          </p:cNvPr>
          <p:cNvSpPr>
            <a:spLocks noGrp="1"/>
          </p:cNvSpPr>
          <p:nvPr>
            <p:ph type="sldNum" sz="quarter" idx="12"/>
          </p:nvPr>
        </p:nvSpPr>
        <p:spPr/>
        <p:txBody>
          <a:bodyPr/>
          <a:lstStyle/>
          <a:p>
            <a:fld id="{A65A5C87-DF58-40C8-B092-1DE63DB4547E}" type="slidenum">
              <a:rPr lang="de-DE" noProof="0" smtClean="0"/>
              <a:t>15</a:t>
            </a:fld>
            <a:endParaRPr lang="en-US"/>
          </a:p>
        </p:txBody>
      </p:sp>
    </p:spTree>
    <p:extLst>
      <p:ext uri="{BB962C8B-B14F-4D97-AF65-F5344CB8AC3E}">
        <p14:creationId xmlns:p14="http://schemas.microsoft.com/office/powerpoint/2010/main" val="832742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E209E4-B947-4446-AD42-C1B3A0C1F583}"/>
              </a:ext>
            </a:extLst>
          </p:cNvPr>
          <p:cNvSpPr>
            <a:spLocks noGrp="1"/>
          </p:cNvSpPr>
          <p:nvPr>
            <p:ph type="title"/>
          </p:nvPr>
        </p:nvSpPr>
        <p:spPr/>
        <p:txBody>
          <a:bodyPr rtlCol="0"/>
          <a:lstStyle/>
          <a:p>
            <a:pPr rtl="0"/>
            <a:r>
              <a:rPr lang="de-DE"/>
              <a:t>Tabelle</a:t>
            </a:r>
          </a:p>
        </p:txBody>
      </p:sp>
      <p:graphicFrame>
        <p:nvGraphicFramePr>
          <p:cNvPr id="8" name="Tabelle 9">
            <a:extLst>
              <a:ext uri="{FF2B5EF4-FFF2-40B4-BE49-F238E27FC236}">
                <a16:creationId xmlns:a16="http://schemas.microsoft.com/office/drawing/2014/main" id="{1BE60BCC-2676-47EB-A76E-FAE649D9F1CE}"/>
              </a:ext>
            </a:extLst>
          </p:cNvPr>
          <p:cNvGraphicFramePr>
            <a:graphicFrameLocks noGrp="1"/>
          </p:cNvGraphicFramePr>
          <p:nvPr>
            <p:ph idx="1"/>
            <p:extLst>
              <p:ext uri="{D42A27DB-BD31-4B8C-83A1-F6EECF244321}">
                <p14:modId xmlns:p14="http://schemas.microsoft.com/office/powerpoint/2010/main" val="512551413"/>
              </p:ext>
            </p:extLst>
          </p:nvPr>
        </p:nvGraphicFramePr>
        <p:xfrm>
          <a:off x="1116013" y="2478088"/>
          <a:ext cx="10167935" cy="2819400"/>
        </p:xfrm>
        <a:graphic>
          <a:graphicData uri="http://schemas.openxmlformats.org/drawingml/2006/table">
            <a:tbl>
              <a:tblPr firstRow="1" bandRow="1">
                <a:tableStyleId>{5C22544A-7EE6-4342-B048-85BDC9FD1C3A}</a:tableStyleId>
              </a:tblPr>
              <a:tblGrid>
                <a:gridCol w="2033587">
                  <a:extLst>
                    <a:ext uri="{9D8B030D-6E8A-4147-A177-3AD203B41FA5}">
                      <a16:colId xmlns:a16="http://schemas.microsoft.com/office/drawing/2014/main" val="3093316935"/>
                    </a:ext>
                  </a:extLst>
                </a:gridCol>
                <a:gridCol w="2033587">
                  <a:extLst>
                    <a:ext uri="{9D8B030D-6E8A-4147-A177-3AD203B41FA5}">
                      <a16:colId xmlns:a16="http://schemas.microsoft.com/office/drawing/2014/main" val="3045239117"/>
                    </a:ext>
                  </a:extLst>
                </a:gridCol>
                <a:gridCol w="2033587">
                  <a:extLst>
                    <a:ext uri="{9D8B030D-6E8A-4147-A177-3AD203B41FA5}">
                      <a16:colId xmlns:a16="http://schemas.microsoft.com/office/drawing/2014/main" val="2866263490"/>
                    </a:ext>
                  </a:extLst>
                </a:gridCol>
                <a:gridCol w="2033587">
                  <a:extLst>
                    <a:ext uri="{9D8B030D-6E8A-4147-A177-3AD203B41FA5}">
                      <a16:colId xmlns:a16="http://schemas.microsoft.com/office/drawing/2014/main" val="2960101666"/>
                    </a:ext>
                  </a:extLst>
                </a:gridCol>
                <a:gridCol w="2033587">
                  <a:extLst>
                    <a:ext uri="{9D8B030D-6E8A-4147-A177-3AD203B41FA5}">
                      <a16:colId xmlns:a16="http://schemas.microsoft.com/office/drawing/2014/main" val="1593906784"/>
                    </a:ext>
                  </a:extLst>
                </a:gridCol>
              </a:tblGrid>
              <a:tr h="563880">
                <a:tc>
                  <a:txBody>
                    <a:bodyPr/>
                    <a:lstStyle/>
                    <a:p>
                      <a:pPr rtl="0"/>
                      <a:endParaRPr lang="de-DE" noProof="0"/>
                    </a:p>
                  </a:txBody>
                  <a:tcPr anchor="ctr"/>
                </a:tc>
                <a:tc>
                  <a:txBody>
                    <a:bodyPr/>
                    <a:lstStyle/>
                    <a:p>
                      <a:pPr algn="ctr" rtl="0"/>
                      <a:r>
                        <a:rPr lang="de-DE" noProof="0"/>
                        <a:t>Kategorie 1</a:t>
                      </a:r>
                    </a:p>
                  </a:txBody>
                  <a:tcPr anchor="ctr"/>
                </a:tc>
                <a:tc>
                  <a:txBody>
                    <a:bodyPr/>
                    <a:lstStyle/>
                    <a:p>
                      <a:pPr algn="ctr" rtl="0"/>
                      <a:r>
                        <a:rPr lang="de-DE" noProof="0"/>
                        <a:t>Kategorie 2</a:t>
                      </a:r>
                    </a:p>
                  </a:txBody>
                  <a:tcPr anchor="ctr"/>
                </a:tc>
                <a:tc>
                  <a:txBody>
                    <a:bodyPr/>
                    <a:lstStyle/>
                    <a:p>
                      <a:pPr algn="ctr" rtl="0"/>
                      <a:r>
                        <a:rPr lang="de-DE" noProof="0"/>
                        <a:t>Kategorie 3</a:t>
                      </a:r>
                    </a:p>
                  </a:txBody>
                  <a:tcPr anchor="ctr"/>
                </a:tc>
                <a:tc>
                  <a:txBody>
                    <a:bodyPr/>
                    <a:lstStyle/>
                    <a:p>
                      <a:pPr algn="ctr" rtl="0"/>
                      <a:r>
                        <a:rPr lang="de-DE" noProof="0"/>
                        <a:t>Kategorie 4</a:t>
                      </a:r>
                    </a:p>
                  </a:txBody>
                  <a:tcPr anchor="ctr"/>
                </a:tc>
                <a:extLst>
                  <a:ext uri="{0D108BD9-81ED-4DB2-BD59-A6C34878D82A}">
                    <a16:rowId xmlns:a16="http://schemas.microsoft.com/office/drawing/2014/main" val="1361584937"/>
                  </a:ext>
                </a:extLst>
              </a:tr>
              <a:tr h="563880">
                <a:tc>
                  <a:txBody>
                    <a:bodyPr/>
                    <a:lstStyle/>
                    <a:p>
                      <a:pPr rtl="0"/>
                      <a:r>
                        <a:rPr lang="de-DE" noProof="0"/>
                        <a:t>Element 1 </a:t>
                      </a:r>
                    </a:p>
                  </a:txBody>
                  <a:tcPr anchor="ctr"/>
                </a:tc>
                <a:tc>
                  <a:txBody>
                    <a:bodyPr/>
                    <a:lstStyle/>
                    <a:p>
                      <a:pPr algn="ctr" rtl="0"/>
                      <a:r>
                        <a:rPr lang="de-DE" noProof="0"/>
                        <a:t>4.5</a:t>
                      </a:r>
                    </a:p>
                  </a:txBody>
                  <a:tcPr anchor="ctr"/>
                </a:tc>
                <a:tc>
                  <a:txBody>
                    <a:bodyPr/>
                    <a:lstStyle/>
                    <a:p>
                      <a:pPr algn="ctr" rtl="0"/>
                      <a:r>
                        <a:rPr lang="de-DE" noProof="0"/>
                        <a:t>2.3</a:t>
                      </a:r>
                    </a:p>
                  </a:txBody>
                  <a:tcPr anchor="ctr"/>
                </a:tc>
                <a:tc>
                  <a:txBody>
                    <a:bodyPr/>
                    <a:lstStyle/>
                    <a:p>
                      <a:pPr algn="ctr" rtl="0"/>
                      <a:r>
                        <a:rPr lang="de-DE" noProof="0"/>
                        <a:t>1.7</a:t>
                      </a:r>
                    </a:p>
                  </a:txBody>
                  <a:tcPr anchor="ctr"/>
                </a:tc>
                <a:tc>
                  <a:txBody>
                    <a:bodyPr/>
                    <a:lstStyle/>
                    <a:p>
                      <a:pPr algn="ctr" rtl="0"/>
                      <a:r>
                        <a:rPr lang="de-DE" noProof="0"/>
                        <a:t>5</a:t>
                      </a:r>
                    </a:p>
                  </a:txBody>
                  <a:tcPr anchor="ctr"/>
                </a:tc>
                <a:extLst>
                  <a:ext uri="{0D108BD9-81ED-4DB2-BD59-A6C34878D82A}">
                    <a16:rowId xmlns:a16="http://schemas.microsoft.com/office/drawing/2014/main" val="728394759"/>
                  </a:ext>
                </a:extLst>
              </a:tr>
              <a:tr h="563880">
                <a:tc>
                  <a:txBody>
                    <a:bodyPr/>
                    <a:lstStyle/>
                    <a:p>
                      <a:pPr rtl="0"/>
                      <a:r>
                        <a:rPr lang="de-DE" noProof="0"/>
                        <a:t>Element 2</a:t>
                      </a:r>
                    </a:p>
                  </a:txBody>
                  <a:tcPr anchor="ctr"/>
                </a:tc>
                <a:tc>
                  <a:txBody>
                    <a:bodyPr/>
                    <a:lstStyle/>
                    <a:p>
                      <a:pPr algn="ctr" rtl="0"/>
                      <a:r>
                        <a:rPr lang="de-DE" noProof="0"/>
                        <a:t>3.2</a:t>
                      </a:r>
                    </a:p>
                  </a:txBody>
                  <a:tcPr anchor="ctr"/>
                </a:tc>
                <a:tc>
                  <a:txBody>
                    <a:bodyPr/>
                    <a:lstStyle/>
                    <a:p>
                      <a:pPr algn="ctr" rtl="0"/>
                      <a:r>
                        <a:rPr lang="de-DE" noProof="0"/>
                        <a:t>5.1</a:t>
                      </a:r>
                    </a:p>
                  </a:txBody>
                  <a:tcPr anchor="ctr"/>
                </a:tc>
                <a:tc>
                  <a:txBody>
                    <a:bodyPr/>
                    <a:lstStyle/>
                    <a:p>
                      <a:pPr algn="ctr" rtl="0"/>
                      <a:r>
                        <a:rPr lang="de-DE" noProof="0"/>
                        <a:t>4.4</a:t>
                      </a:r>
                    </a:p>
                  </a:txBody>
                  <a:tcPr anchor="ctr"/>
                </a:tc>
                <a:tc>
                  <a:txBody>
                    <a:bodyPr/>
                    <a:lstStyle/>
                    <a:p>
                      <a:pPr algn="ctr" rtl="0"/>
                      <a:r>
                        <a:rPr lang="de-DE" noProof="0"/>
                        <a:t>3</a:t>
                      </a:r>
                    </a:p>
                  </a:txBody>
                  <a:tcPr anchor="ctr"/>
                </a:tc>
                <a:extLst>
                  <a:ext uri="{0D108BD9-81ED-4DB2-BD59-A6C34878D82A}">
                    <a16:rowId xmlns:a16="http://schemas.microsoft.com/office/drawing/2014/main" val="2624865998"/>
                  </a:ext>
                </a:extLst>
              </a:tr>
              <a:tr h="563880">
                <a:tc>
                  <a:txBody>
                    <a:bodyPr/>
                    <a:lstStyle/>
                    <a:p>
                      <a:pPr rtl="0"/>
                      <a:r>
                        <a:rPr lang="de-DE" noProof="0"/>
                        <a:t>Element 3</a:t>
                      </a:r>
                    </a:p>
                  </a:txBody>
                  <a:tcPr anchor="ctr"/>
                </a:tc>
                <a:tc>
                  <a:txBody>
                    <a:bodyPr/>
                    <a:lstStyle/>
                    <a:p>
                      <a:pPr algn="ctr" rtl="0"/>
                      <a:r>
                        <a:rPr lang="de-DE" noProof="0"/>
                        <a:t>2.1</a:t>
                      </a:r>
                    </a:p>
                  </a:txBody>
                  <a:tcPr anchor="ctr"/>
                </a:tc>
                <a:tc>
                  <a:txBody>
                    <a:bodyPr/>
                    <a:lstStyle/>
                    <a:p>
                      <a:pPr algn="ctr" rtl="0"/>
                      <a:r>
                        <a:rPr lang="de-DE" noProof="0"/>
                        <a:t>1.7</a:t>
                      </a:r>
                    </a:p>
                  </a:txBody>
                  <a:tcPr anchor="ctr"/>
                </a:tc>
                <a:tc>
                  <a:txBody>
                    <a:bodyPr/>
                    <a:lstStyle/>
                    <a:p>
                      <a:pPr algn="ctr" rtl="0"/>
                      <a:r>
                        <a:rPr lang="de-DE" noProof="0"/>
                        <a:t>2.5</a:t>
                      </a:r>
                    </a:p>
                  </a:txBody>
                  <a:tcPr anchor="ctr"/>
                </a:tc>
                <a:tc>
                  <a:txBody>
                    <a:bodyPr/>
                    <a:lstStyle/>
                    <a:p>
                      <a:pPr algn="ctr" rtl="0"/>
                      <a:r>
                        <a:rPr lang="de-DE" noProof="0"/>
                        <a:t>2.8</a:t>
                      </a:r>
                    </a:p>
                  </a:txBody>
                  <a:tcPr anchor="ctr"/>
                </a:tc>
                <a:extLst>
                  <a:ext uri="{0D108BD9-81ED-4DB2-BD59-A6C34878D82A}">
                    <a16:rowId xmlns:a16="http://schemas.microsoft.com/office/drawing/2014/main" val="678921114"/>
                  </a:ext>
                </a:extLst>
              </a:tr>
              <a:tr h="563880">
                <a:tc>
                  <a:txBody>
                    <a:bodyPr/>
                    <a:lstStyle/>
                    <a:p>
                      <a:pPr rtl="0"/>
                      <a:r>
                        <a:rPr lang="de-DE" noProof="0"/>
                        <a:t>Element 4</a:t>
                      </a:r>
                    </a:p>
                  </a:txBody>
                  <a:tcPr anchor="ctr"/>
                </a:tc>
                <a:tc>
                  <a:txBody>
                    <a:bodyPr/>
                    <a:lstStyle/>
                    <a:p>
                      <a:pPr algn="ctr" rtl="0"/>
                      <a:r>
                        <a:rPr lang="de-DE" noProof="0"/>
                        <a:t>4.5</a:t>
                      </a:r>
                    </a:p>
                  </a:txBody>
                  <a:tcPr anchor="ctr"/>
                </a:tc>
                <a:tc>
                  <a:txBody>
                    <a:bodyPr/>
                    <a:lstStyle/>
                    <a:p>
                      <a:pPr algn="ctr" rtl="0"/>
                      <a:r>
                        <a:rPr lang="de-DE" noProof="0"/>
                        <a:t>2.2</a:t>
                      </a:r>
                    </a:p>
                  </a:txBody>
                  <a:tcPr anchor="ctr"/>
                </a:tc>
                <a:tc>
                  <a:txBody>
                    <a:bodyPr/>
                    <a:lstStyle/>
                    <a:p>
                      <a:pPr algn="ctr" rtl="0"/>
                      <a:r>
                        <a:rPr lang="de-DE" noProof="0"/>
                        <a:t>1.7</a:t>
                      </a:r>
                    </a:p>
                  </a:txBody>
                  <a:tcPr anchor="ctr"/>
                </a:tc>
                <a:tc>
                  <a:txBody>
                    <a:bodyPr/>
                    <a:lstStyle/>
                    <a:p>
                      <a:pPr algn="ctr" rtl="0"/>
                      <a:r>
                        <a:rPr lang="de-DE" noProof="0" dirty="0"/>
                        <a:t>7</a:t>
                      </a:r>
                    </a:p>
                  </a:txBody>
                  <a:tcPr anchor="ctr"/>
                </a:tc>
                <a:extLst>
                  <a:ext uri="{0D108BD9-81ED-4DB2-BD59-A6C34878D82A}">
                    <a16:rowId xmlns:a16="http://schemas.microsoft.com/office/drawing/2014/main" val="1152158595"/>
                  </a:ext>
                </a:extLst>
              </a:tr>
            </a:tbl>
          </a:graphicData>
        </a:graphic>
      </p:graphicFrame>
      <p:sp>
        <p:nvSpPr>
          <p:cNvPr id="7" name="Datumsplatzhalter 3">
            <a:extLst>
              <a:ext uri="{FF2B5EF4-FFF2-40B4-BE49-F238E27FC236}">
                <a16:creationId xmlns:a16="http://schemas.microsoft.com/office/drawing/2014/main" id="{2F663528-6F48-4679-80D6-A9D362269957}"/>
              </a:ext>
            </a:extLst>
          </p:cNvPr>
          <p:cNvSpPr>
            <a:spLocks noGrp="1"/>
          </p:cNvSpPr>
          <p:nvPr>
            <p:ph type="dt" sz="half" idx="10"/>
          </p:nvPr>
        </p:nvSpPr>
        <p:spPr/>
        <p:txBody>
          <a:bodyPr rtlCol="0"/>
          <a:lstStyle/>
          <a:p>
            <a:pPr rtl="0"/>
            <a:r>
              <a:rPr lang="de-DE"/>
              <a:t>04.09.20XX</a:t>
            </a:r>
          </a:p>
        </p:txBody>
      </p:sp>
      <p:sp>
        <p:nvSpPr>
          <p:cNvPr id="4" name="Slide Number Placeholder 3">
            <a:extLst>
              <a:ext uri="{FF2B5EF4-FFF2-40B4-BE49-F238E27FC236}">
                <a16:creationId xmlns:a16="http://schemas.microsoft.com/office/drawing/2014/main" id="{9DA97329-F95F-C7EB-31E5-F2FEBB1E8064}"/>
              </a:ext>
            </a:extLst>
          </p:cNvPr>
          <p:cNvSpPr>
            <a:spLocks noGrp="1"/>
          </p:cNvSpPr>
          <p:nvPr>
            <p:ph type="sldNum" sz="quarter" idx="12"/>
          </p:nvPr>
        </p:nvSpPr>
        <p:spPr/>
        <p:txBody>
          <a:bodyPr/>
          <a:lstStyle/>
          <a:p>
            <a:fld id="{A65A5C87-DF58-40C8-B092-1DE63DB4547E}" type="slidenum">
              <a:rPr lang="de-DE" noProof="0" smtClean="0"/>
              <a:t>16</a:t>
            </a:fld>
            <a:endParaRPr lang="en-US"/>
          </a:p>
        </p:txBody>
      </p:sp>
    </p:spTree>
    <p:extLst>
      <p:ext uri="{BB962C8B-B14F-4D97-AF65-F5344CB8AC3E}">
        <p14:creationId xmlns:p14="http://schemas.microsoft.com/office/powerpoint/2010/main" val="42663536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3EEB919-4F65-4B5E-ADF3-272AD780E102}"/>
              </a:ext>
            </a:extLst>
          </p:cNvPr>
          <p:cNvSpPr>
            <a:spLocks noGrp="1"/>
          </p:cNvSpPr>
          <p:nvPr>
            <p:ph type="title"/>
          </p:nvPr>
        </p:nvSpPr>
        <p:spPr/>
        <p:txBody>
          <a:bodyPr rtlCol="0"/>
          <a:lstStyle/>
          <a:p>
            <a:pPr rtl="0"/>
            <a:r>
              <a:rPr lang="de-DE" sz="4800"/>
              <a:t>Die ersten Schritte bestehen darin, </a:t>
            </a:r>
            <a:br>
              <a:rPr lang="de-DE" sz="4800"/>
            </a:br>
            <a:r>
              <a:rPr lang="de-DE" sz="4800"/>
              <a:t>nicht mehr zu reden, sondern zu handeln.</a:t>
            </a:r>
            <a:endParaRPr lang="de-DE"/>
          </a:p>
        </p:txBody>
      </p:sp>
      <p:sp>
        <p:nvSpPr>
          <p:cNvPr id="3" name="Textplatzhalter 2">
            <a:extLst>
              <a:ext uri="{FF2B5EF4-FFF2-40B4-BE49-F238E27FC236}">
                <a16:creationId xmlns:a16="http://schemas.microsoft.com/office/drawing/2014/main" id="{3FF48DDF-62CA-455C-A7CB-AB86D3378A86}"/>
              </a:ext>
            </a:extLst>
          </p:cNvPr>
          <p:cNvSpPr>
            <a:spLocks noGrp="1"/>
          </p:cNvSpPr>
          <p:nvPr>
            <p:ph type="body" idx="1"/>
          </p:nvPr>
        </p:nvSpPr>
        <p:spPr/>
        <p:txBody>
          <a:bodyPr rtlCol="0"/>
          <a:lstStyle/>
          <a:p>
            <a:pPr rtl="0"/>
            <a:r>
              <a:rPr lang="de-DE" sz="2000"/>
              <a:t>Walt Disney</a:t>
            </a:r>
          </a:p>
        </p:txBody>
      </p:sp>
      <p:sp>
        <p:nvSpPr>
          <p:cNvPr id="4" name="Datumsplatzhalter 3">
            <a:extLst>
              <a:ext uri="{FF2B5EF4-FFF2-40B4-BE49-F238E27FC236}">
                <a16:creationId xmlns:a16="http://schemas.microsoft.com/office/drawing/2014/main" id="{3EBA106A-D567-46FE-88DF-BA724D83BE90}"/>
              </a:ext>
            </a:extLst>
          </p:cNvPr>
          <p:cNvSpPr>
            <a:spLocks noGrp="1"/>
          </p:cNvSpPr>
          <p:nvPr>
            <p:ph type="dt" sz="half" idx="10"/>
          </p:nvPr>
        </p:nvSpPr>
        <p:spPr/>
        <p:txBody>
          <a:bodyPr rtlCol="0"/>
          <a:lstStyle/>
          <a:p>
            <a:pPr rtl="0"/>
            <a:r>
              <a:rPr lang="de-DE"/>
              <a:t>04.09.20XX</a:t>
            </a:r>
          </a:p>
        </p:txBody>
      </p:sp>
      <p:sp>
        <p:nvSpPr>
          <p:cNvPr id="8" name="Slide Number Placeholder 7">
            <a:extLst>
              <a:ext uri="{FF2B5EF4-FFF2-40B4-BE49-F238E27FC236}">
                <a16:creationId xmlns:a16="http://schemas.microsoft.com/office/drawing/2014/main" id="{82E75907-D86C-DFBD-B47F-E0DA7E44E9F2}"/>
              </a:ext>
            </a:extLst>
          </p:cNvPr>
          <p:cNvSpPr>
            <a:spLocks noGrp="1"/>
          </p:cNvSpPr>
          <p:nvPr>
            <p:ph type="sldNum" sz="quarter" idx="12"/>
          </p:nvPr>
        </p:nvSpPr>
        <p:spPr/>
        <p:txBody>
          <a:bodyPr/>
          <a:lstStyle/>
          <a:p>
            <a:fld id="{A65A5C87-DF58-40C8-B092-1DE63DB4547E}" type="slidenum">
              <a:rPr lang="de-DE" noProof="0" smtClean="0"/>
              <a:t>17</a:t>
            </a:fld>
            <a:endParaRPr lang="en-US"/>
          </a:p>
        </p:txBody>
      </p:sp>
    </p:spTree>
    <p:extLst>
      <p:ext uri="{BB962C8B-B14F-4D97-AF65-F5344CB8AC3E}">
        <p14:creationId xmlns:p14="http://schemas.microsoft.com/office/powerpoint/2010/main" val="2360587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E209E4-B947-4446-AD42-C1B3A0C1F583}"/>
              </a:ext>
            </a:extLst>
          </p:cNvPr>
          <p:cNvSpPr>
            <a:spLocks noGrp="1"/>
          </p:cNvSpPr>
          <p:nvPr>
            <p:ph type="title"/>
          </p:nvPr>
        </p:nvSpPr>
        <p:spPr/>
        <p:txBody>
          <a:bodyPr rtlCol="0"/>
          <a:lstStyle/>
          <a:p>
            <a:pPr rtl="0"/>
            <a:r>
              <a:rPr lang="de-DE"/>
              <a:t>Inhalt</a:t>
            </a:r>
          </a:p>
        </p:txBody>
      </p:sp>
      <p:sp>
        <p:nvSpPr>
          <p:cNvPr id="14" name="Textplatzhalter 13">
            <a:extLst>
              <a:ext uri="{FF2B5EF4-FFF2-40B4-BE49-F238E27FC236}">
                <a16:creationId xmlns:a16="http://schemas.microsoft.com/office/drawing/2014/main" id="{D7F57BF9-5B99-4D8E-9855-18C6FD7BB0EE}"/>
              </a:ext>
            </a:extLst>
          </p:cNvPr>
          <p:cNvSpPr>
            <a:spLocks noGrp="1"/>
          </p:cNvSpPr>
          <p:nvPr>
            <p:ph type="body" sz="quarter" idx="1"/>
          </p:nvPr>
        </p:nvSpPr>
        <p:spPr/>
        <p:txBody>
          <a:bodyPr rtlCol="0"/>
          <a:lstStyle/>
          <a:p>
            <a:pPr rtl="0"/>
            <a:r>
              <a:rPr lang="de-DE"/>
              <a:t>Untertitel</a:t>
            </a:r>
          </a:p>
        </p:txBody>
      </p:sp>
      <p:sp>
        <p:nvSpPr>
          <p:cNvPr id="15" name="Textplatzhalter 14">
            <a:extLst>
              <a:ext uri="{FF2B5EF4-FFF2-40B4-BE49-F238E27FC236}">
                <a16:creationId xmlns:a16="http://schemas.microsoft.com/office/drawing/2014/main" id="{8891D156-FB7C-4C78-B73A-E34105B8EEC6}"/>
              </a:ext>
            </a:extLst>
          </p:cNvPr>
          <p:cNvSpPr>
            <a:spLocks noGrp="1"/>
          </p:cNvSpPr>
          <p:nvPr>
            <p:ph type="body" idx="3"/>
          </p:nvPr>
        </p:nvSpPr>
        <p:spPr/>
        <p:txBody>
          <a:bodyPr rtlCol="0"/>
          <a:lstStyle/>
          <a:p>
            <a:pPr rtl="0"/>
            <a:r>
              <a:rPr lang="de-DE"/>
              <a:t>Untertitel</a:t>
            </a:r>
          </a:p>
        </p:txBody>
      </p:sp>
      <p:sp>
        <p:nvSpPr>
          <p:cNvPr id="12" name="Inhaltsplatzhalter 11">
            <a:extLst>
              <a:ext uri="{FF2B5EF4-FFF2-40B4-BE49-F238E27FC236}">
                <a16:creationId xmlns:a16="http://schemas.microsoft.com/office/drawing/2014/main" id="{3D88E8B5-C20C-47A1-9C22-B545284DA4A4}"/>
              </a:ext>
            </a:extLst>
          </p:cNvPr>
          <p:cNvSpPr>
            <a:spLocks noGrp="1"/>
          </p:cNvSpPr>
          <p:nvPr>
            <p:ph sz="half" idx="2"/>
          </p:nvPr>
        </p:nvSpPr>
        <p:spPr/>
        <p:txBody>
          <a:bodyPr rtlCol="0"/>
          <a:lstStyle/>
          <a:p>
            <a:pPr rtl="0"/>
            <a:r>
              <a:rPr lang="de-DE" dirty="0"/>
              <a:t>Fügen Sie Text, Bilder, ClipArt und Videos hinzu. </a:t>
            </a:r>
          </a:p>
          <a:p>
            <a:pPr rtl="0"/>
            <a:r>
              <a:rPr lang="de-DE" dirty="0"/>
              <a:t>Fügen Sie Übergänge, Animationen und Bewegungen hinzu. </a:t>
            </a:r>
          </a:p>
          <a:p>
            <a:pPr rtl="0"/>
            <a:r>
              <a:rPr lang="de-DE" dirty="0"/>
              <a:t>Speichern Sie in OneDrive, um von Ihrem Computer, Tablet oder Telefon aus auf Ihre Präsentationen Zugriff zu haben. </a:t>
            </a:r>
          </a:p>
        </p:txBody>
      </p:sp>
      <p:sp>
        <p:nvSpPr>
          <p:cNvPr id="13" name="Inhaltsplatzhalter 12">
            <a:extLst>
              <a:ext uri="{FF2B5EF4-FFF2-40B4-BE49-F238E27FC236}">
                <a16:creationId xmlns:a16="http://schemas.microsoft.com/office/drawing/2014/main" id="{E205B217-8183-4076-A009-A93B01FC3744}"/>
              </a:ext>
            </a:extLst>
          </p:cNvPr>
          <p:cNvSpPr>
            <a:spLocks noGrp="1"/>
          </p:cNvSpPr>
          <p:nvPr>
            <p:ph sz="quarter" idx="4"/>
          </p:nvPr>
        </p:nvSpPr>
        <p:spPr/>
        <p:txBody>
          <a:bodyPr rtlCol="0"/>
          <a:lstStyle/>
          <a:p>
            <a:pPr rtl="0"/>
            <a:r>
              <a:rPr lang="de-DE" sz="1800" dirty="0"/>
              <a:t>Öffnen Sie den Bereich „Designideen“ für sofortige Folienumgestaltungen. </a:t>
            </a:r>
          </a:p>
          <a:p>
            <a:pPr rtl="0"/>
            <a:r>
              <a:rPr lang="de-DE" sz="1800" dirty="0"/>
              <a:t>Wenn wir Designideen haben, zeigen wir sie Ihnen genau dort. </a:t>
            </a:r>
          </a:p>
        </p:txBody>
      </p:sp>
      <p:sp>
        <p:nvSpPr>
          <p:cNvPr id="10" name="Datumsplatzhalter 3">
            <a:extLst>
              <a:ext uri="{FF2B5EF4-FFF2-40B4-BE49-F238E27FC236}">
                <a16:creationId xmlns:a16="http://schemas.microsoft.com/office/drawing/2014/main" id="{53FFB02E-B0DF-47F6-8583-0286ECFE1405}"/>
              </a:ext>
            </a:extLst>
          </p:cNvPr>
          <p:cNvSpPr>
            <a:spLocks noGrp="1"/>
          </p:cNvSpPr>
          <p:nvPr>
            <p:ph type="dt" sz="half" idx="10"/>
          </p:nvPr>
        </p:nvSpPr>
        <p:spPr/>
        <p:txBody>
          <a:bodyPr rtlCol="0"/>
          <a:lstStyle/>
          <a:p>
            <a:pPr rtl="0"/>
            <a:r>
              <a:rPr lang="de-DE"/>
              <a:t>04.09.20XX</a:t>
            </a:r>
          </a:p>
        </p:txBody>
      </p:sp>
      <p:sp>
        <p:nvSpPr>
          <p:cNvPr id="4" name="Slide Number Placeholder 3">
            <a:extLst>
              <a:ext uri="{FF2B5EF4-FFF2-40B4-BE49-F238E27FC236}">
                <a16:creationId xmlns:a16="http://schemas.microsoft.com/office/drawing/2014/main" id="{9E78B22D-1F50-410B-FC4D-8B9DF61B8CE2}"/>
              </a:ext>
            </a:extLst>
          </p:cNvPr>
          <p:cNvSpPr>
            <a:spLocks noGrp="1"/>
          </p:cNvSpPr>
          <p:nvPr>
            <p:ph type="sldNum" sz="quarter" idx="12"/>
          </p:nvPr>
        </p:nvSpPr>
        <p:spPr/>
        <p:txBody>
          <a:bodyPr/>
          <a:lstStyle/>
          <a:p>
            <a:fld id="{A65A5C87-DF58-40C8-B092-1DE63DB4547E}" type="slidenum">
              <a:rPr lang="de-DE" noProof="0" smtClean="0"/>
              <a:t>18</a:t>
            </a:fld>
            <a:endParaRPr lang="en-US"/>
          </a:p>
        </p:txBody>
      </p:sp>
    </p:spTree>
    <p:extLst>
      <p:ext uri="{BB962C8B-B14F-4D97-AF65-F5344CB8AC3E}">
        <p14:creationId xmlns:p14="http://schemas.microsoft.com/office/powerpoint/2010/main" val="21306653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5D137BB1-9429-DBE0-78C6-A28DE94DDEB7}"/>
              </a:ext>
            </a:extLst>
          </p:cNvPr>
          <p:cNvSpPr>
            <a:spLocks noGrp="1"/>
          </p:cNvSpPr>
          <p:nvPr>
            <p:ph type="pic" sz="quarter" idx="13"/>
          </p:nvPr>
        </p:nvSpPr>
        <p:spPr/>
        <p:txBody>
          <a:bodyPr/>
          <a:lstStyle/>
          <a:p>
            <a:endParaRPr lang="de-DE"/>
          </a:p>
        </p:txBody>
      </p:sp>
      <p:sp>
        <p:nvSpPr>
          <p:cNvPr id="3" name="Picture Placeholder 2">
            <a:extLst>
              <a:ext uri="{FF2B5EF4-FFF2-40B4-BE49-F238E27FC236}">
                <a16:creationId xmlns:a16="http://schemas.microsoft.com/office/drawing/2014/main" id="{8BA1ADE7-5C88-A46C-41F8-8108318F4851}"/>
              </a:ext>
            </a:extLst>
          </p:cNvPr>
          <p:cNvSpPr>
            <a:spLocks noGrp="1"/>
          </p:cNvSpPr>
          <p:nvPr>
            <p:ph type="pic" sz="quarter" idx="14"/>
          </p:nvPr>
        </p:nvSpPr>
        <p:spPr/>
        <p:txBody>
          <a:bodyPr/>
          <a:lstStyle/>
          <a:p>
            <a:endParaRPr lang="de-DE"/>
          </a:p>
        </p:txBody>
      </p:sp>
      <p:sp>
        <p:nvSpPr>
          <p:cNvPr id="4" name="Picture Placeholder 3">
            <a:extLst>
              <a:ext uri="{FF2B5EF4-FFF2-40B4-BE49-F238E27FC236}">
                <a16:creationId xmlns:a16="http://schemas.microsoft.com/office/drawing/2014/main" id="{75900CB1-41FE-2B4F-B2D9-F9229A038459}"/>
              </a:ext>
            </a:extLst>
          </p:cNvPr>
          <p:cNvSpPr>
            <a:spLocks noGrp="1"/>
          </p:cNvSpPr>
          <p:nvPr>
            <p:ph type="pic" sz="quarter" idx="21"/>
          </p:nvPr>
        </p:nvSpPr>
        <p:spPr/>
        <p:txBody>
          <a:bodyPr/>
          <a:lstStyle/>
          <a:p>
            <a:endParaRPr lang="de-DE"/>
          </a:p>
        </p:txBody>
      </p:sp>
      <p:sp>
        <p:nvSpPr>
          <p:cNvPr id="5" name="Title 4">
            <a:extLst>
              <a:ext uri="{FF2B5EF4-FFF2-40B4-BE49-F238E27FC236}">
                <a16:creationId xmlns:a16="http://schemas.microsoft.com/office/drawing/2014/main" id="{97A270D9-81DB-D8EE-BB2A-F78FA43BD11C}"/>
              </a:ext>
            </a:extLst>
          </p:cNvPr>
          <p:cNvSpPr>
            <a:spLocks noGrp="1"/>
          </p:cNvSpPr>
          <p:nvPr>
            <p:ph type="title"/>
          </p:nvPr>
        </p:nvSpPr>
        <p:spPr/>
        <p:txBody>
          <a:bodyPr/>
          <a:lstStyle/>
          <a:p>
            <a:endParaRPr lang="en-US"/>
          </a:p>
        </p:txBody>
      </p:sp>
      <p:sp>
        <p:nvSpPr>
          <p:cNvPr id="6" name="Picture Placeholder 5">
            <a:extLst>
              <a:ext uri="{FF2B5EF4-FFF2-40B4-BE49-F238E27FC236}">
                <a16:creationId xmlns:a16="http://schemas.microsoft.com/office/drawing/2014/main" id="{79C7202E-A578-66C2-A21D-052C0EB43383}"/>
              </a:ext>
            </a:extLst>
          </p:cNvPr>
          <p:cNvSpPr>
            <a:spLocks noGrp="1"/>
          </p:cNvSpPr>
          <p:nvPr>
            <p:ph type="pic" sz="quarter" idx="28"/>
          </p:nvPr>
        </p:nvSpPr>
        <p:spPr/>
        <p:txBody>
          <a:bodyPr/>
          <a:lstStyle/>
          <a:p>
            <a:endParaRPr lang="de-DE"/>
          </a:p>
        </p:txBody>
      </p:sp>
      <p:sp>
        <p:nvSpPr>
          <p:cNvPr id="7" name="Picture Placeholder 6">
            <a:extLst>
              <a:ext uri="{FF2B5EF4-FFF2-40B4-BE49-F238E27FC236}">
                <a16:creationId xmlns:a16="http://schemas.microsoft.com/office/drawing/2014/main" id="{C6967908-5F1A-5D7F-A7B6-07454F17EAC8}"/>
              </a:ext>
            </a:extLst>
          </p:cNvPr>
          <p:cNvSpPr>
            <a:spLocks noGrp="1"/>
          </p:cNvSpPr>
          <p:nvPr>
            <p:ph type="pic" sz="quarter" idx="29"/>
          </p:nvPr>
        </p:nvSpPr>
        <p:spPr/>
        <p:txBody>
          <a:bodyPr/>
          <a:lstStyle/>
          <a:p>
            <a:endParaRPr lang="de-DE"/>
          </a:p>
        </p:txBody>
      </p:sp>
      <p:sp>
        <p:nvSpPr>
          <p:cNvPr id="8" name="Date Placeholder 7">
            <a:extLst>
              <a:ext uri="{FF2B5EF4-FFF2-40B4-BE49-F238E27FC236}">
                <a16:creationId xmlns:a16="http://schemas.microsoft.com/office/drawing/2014/main" id="{F763690E-958B-9C31-BD9C-C225B61C8AF7}"/>
              </a:ext>
            </a:extLst>
          </p:cNvPr>
          <p:cNvSpPr>
            <a:spLocks noGrp="1"/>
          </p:cNvSpPr>
          <p:nvPr>
            <p:ph type="dt" sz="half" idx="32"/>
          </p:nvPr>
        </p:nvSpPr>
        <p:spPr/>
        <p:txBody>
          <a:bodyPr/>
          <a:lstStyle/>
          <a:p>
            <a:pPr rtl="0"/>
            <a:r>
              <a:rPr lang="de-DE" noProof="0"/>
              <a:t>04.09.20XX</a:t>
            </a:r>
          </a:p>
        </p:txBody>
      </p:sp>
      <p:sp>
        <p:nvSpPr>
          <p:cNvPr id="11" name="Text Placeholder 10">
            <a:extLst>
              <a:ext uri="{FF2B5EF4-FFF2-40B4-BE49-F238E27FC236}">
                <a16:creationId xmlns:a16="http://schemas.microsoft.com/office/drawing/2014/main" id="{50A17DFF-E7CD-7717-6AF3-67099A6D6BFF}"/>
              </a:ext>
            </a:extLst>
          </p:cNvPr>
          <p:cNvSpPr>
            <a:spLocks noGrp="1"/>
          </p:cNvSpPr>
          <p:nvPr>
            <p:ph type="body" sz="quarter" idx="36"/>
          </p:nvPr>
        </p:nvSpPr>
        <p:spPr/>
        <p:txBody>
          <a:bodyPr/>
          <a:lstStyle/>
          <a:p>
            <a:endParaRPr lang="en-US"/>
          </a:p>
        </p:txBody>
      </p:sp>
      <p:sp>
        <p:nvSpPr>
          <p:cNvPr id="12" name="Text Placeholder 11">
            <a:extLst>
              <a:ext uri="{FF2B5EF4-FFF2-40B4-BE49-F238E27FC236}">
                <a16:creationId xmlns:a16="http://schemas.microsoft.com/office/drawing/2014/main" id="{19EDB294-1AA2-EAC6-215A-FD7859BA1907}"/>
              </a:ext>
            </a:extLst>
          </p:cNvPr>
          <p:cNvSpPr>
            <a:spLocks noGrp="1"/>
          </p:cNvSpPr>
          <p:nvPr>
            <p:ph type="body" sz="quarter" idx="37"/>
          </p:nvPr>
        </p:nvSpPr>
        <p:spPr/>
        <p:txBody>
          <a:bodyPr/>
          <a:lstStyle/>
          <a:p>
            <a:endParaRPr lang="en-US"/>
          </a:p>
        </p:txBody>
      </p:sp>
      <p:sp>
        <p:nvSpPr>
          <p:cNvPr id="13" name="Text Placeholder 12">
            <a:extLst>
              <a:ext uri="{FF2B5EF4-FFF2-40B4-BE49-F238E27FC236}">
                <a16:creationId xmlns:a16="http://schemas.microsoft.com/office/drawing/2014/main" id="{F72BF960-3946-710E-64F0-FB735788D50B}"/>
              </a:ext>
            </a:extLst>
          </p:cNvPr>
          <p:cNvSpPr>
            <a:spLocks noGrp="1"/>
          </p:cNvSpPr>
          <p:nvPr>
            <p:ph type="body" sz="quarter" idx="38"/>
          </p:nvPr>
        </p:nvSpPr>
        <p:spPr/>
        <p:txBody>
          <a:bodyPr/>
          <a:lstStyle/>
          <a:p>
            <a:endParaRPr lang="en-US"/>
          </a:p>
        </p:txBody>
      </p:sp>
      <p:sp>
        <p:nvSpPr>
          <p:cNvPr id="14" name="Text Placeholder 13">
            <a:extLst>
              <a:ext uri="{FF2B5EF4-FFF2-40B4-BE49-F238E27FC236}">
                <a16:creationId xmlns:a16="http://schemas.microsoft.com/office/drawing/2014/main" id="{ADB3511D-3CAE-C94E-954C-55E64351132B}"/>
              </a:ext>
            </a:extLst>
          </p:cNvPr>
          <p:cNvSpPr>
            <a:spLocks noGrp="1"/>
          </p:cNvSpPr>
          <p:nvPr>
            <p:ph type="body" sz="quarter" idx="39"/>
          </p:nvPr>
        </p:nvSpPr>
        <p:spPr/>
        <p:txBody>
          <a:bodyPr/>
          <a:lstStyle/>
          <a:p>
            <a:endParaRPr lang="en-US"/>
          </a:p>
        </p:txBody>
      </p:sp>
      <p:sp>
        <p:nvSpPr>
          <p:cNvPr id="15" name="Text Placeholder 14">
            <a:extLst>
              <a:ext uri="{FF2B5EF4-FFF2-40B4-BE49-F238E27FC236}">
                <a16:creationId xmlns:a16="http://schemas.microsoft.com/office/drawing/2014/main" id="{2DB93DB4-A153-3012-AC00-34D6AF96A5EC}"/>
              </a:ext>
            </a:extLst>
          </p:cNvPr>
          <p:cNvSpPr>
            <a:spLocks noGrp="1"/>
          </p:cNvSpPr>
          <p:nvPr>
            <p:ph type="body" sz="quarter" idx="35"/>
          </p:nvPr>
        </p:nvSpPr>
        <p:spPr/>
        <p:txBody>
          <a:bodyPr/>
          <a:lstStyle/>
          <a:p>
            <a:endParaRPr lang="en-US"/>
          </a:p>
        </p:txBody>
      </p:sp>
      <p:sp>
        <p:nvSpPr>
          <p:cNvPr id="17" name="Slide Number Placeholder 16">
            <a:extLst>
              <a:ext uri="{FF2B5EF4-FFF2-40B4-BE49-F238E27FC236}">
                <a16:creationId xmlns:a16="http://schemas.microsoft.com/office/drawing/2014/main" id="{A9D76ED4-3E5E-2288-151E-5FA1F6FA5E8F}"/>
              </a:ext>
            </a:extLst>
          </p:cNvPr>
          <p:cNvSpPr>
            <a:spLocks noGrp="1"/>
          </p:cNvSpPr>
          <p:nvPr>
            <p:ph type="sldNum" sz="quarter" idx="34"/>
          </p:nvPr>
        </p:nvSpPr>
        <p:spPr/>
        <p:txBody>
          <a:bodyPr/>
          <a:lstStyle/>
          <a:p>
            <a:fld id="{A65A5C87-DF58-40C8-B092-1DE63DB4547E}" type="slidenum">
              <a:rPr lang="de-DE" noProof="0" smtClean="0"/>
              <a:t>19</a:t>
            </a:fld>
            <a:endParaRPr lang="en-US"/>
          </a:p>
        </p:txBody>
      </p:sp>
    </p:spTree>
    <p:extLst>
      <p:ext uri="{BB962C8B-B14F-4D97-AF65-F5344CB8AC3E}">
        <p14:creationId xmlns:p14="http://schemas.microsoft.com/office/powerpoint/2010/main" val="12131694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69F6EA5-1EEF-4F8D-A202-227127F37230}"/>
              </a:ext>
            </a:extLst>
          </p:cNvPr>
          <p:cNvSpPr>
            <a:spLocks noGrp="1"/>
          </p:cNvSpPr>
          <p:nvPr>
            <p:ph type="title"/>
          </p:nvPr>
        </p:nvSpPr>
        <p:spPr/>
        <p:txBody>
          <a:bodyPr rtlCol="0"/>
          <a:lstStyle/>
          <a:p>
            <a:pPr rtl="0"/>
            <a:r>
              <a:rPr lang="de-DE"/>
              <a:t>Inhalt </a:t>
            </a:r>
          </a:p>
        </p:txBody>
      </p:sp>
      <p:sp>
        <p:nvSpPr>
          <p:cNvPr id="3" name="Textplatzhalter 2">
            <a:extLst>
              <a:ext uri="{FF2B5EF4-FFF2-40B4-BE49-F238E27FC236}">
                <a16:creationId xmlns:a16="http://schemas.microsoft.com/office/drawing/2014/main" id="{CE93E06A-806F-4CD1-9674-3E912429875F}"/>
              </a:ext>
            </a:extLst>
          </p:cNvPr>
          <p:cNvSpPr>
            <a:spLocks noGrp="1"/>
          </p:cNvSpPr>
          <p:nvPr>
            <p:ph type="body" idx="1"/>
          </p:nvPr>
        </p:nvSpPr>
        <p:spPr/>
        <p:txBody>
          <a:bodyPr rtlCol="0"/>
          <a:lstStyle/>
          <a:p>
            <a:pPr rtl="0"/>
            <a:r>
              <a:rPr lang="de-DE" sz="2400" b="1"/>
              <a:t>Untertitel</a:t>
            </a:r>
          </a:p>
        </p:txBody>
      </p:sp>
      <p:sp>
        <p:nvSpPr>
          <p:cNvPr id="5" name="Textplatzhalter 4">
            <a:extLst>
              <a:ext uri="{FF2B5EF4-FFF2-40B4-BE49-F238E27FC236}">
                <a16:creationId xmlns:a16="http://schemas.microsoft.com/office/drawing/2014/main" id="{EBB54FB5-947C-443A-A471-5A92DDDE7E78}"/>
              </a:ext>
            </a:extLst>
          </p:cNvPr>
          <p:cNvSpPr>
            <a:spLocks noGrp="1"/>
          </p:cNvSpPr>
          <p:nvPr>
            <p:ph type="body" sz="quarter" idx="3"/>
          </p:nvPr>
        </p:nvSpPr>
        <p:spPr/>
        <p:txBody>
          <a:bodyPr rtlCol="0"/>
          <a:lstStyle/>
          <a:p>
            <a:pPr rtl="0"/>
            <a:r>
              <a:rPr lang="de-DE" sz="2400" b="1"/>
              <a:t>Untertitel</a:t>
            </a:r>
          </a:p>
        </p:txBody>
      </p:sp>
      <p:sp>
        <p:nvSpPr>
          <p:cNvPr id="10" name="Textplatzhalter 9">
            <a:extLst>
              <a:ext uri="{FF2B5EF4-FFF2-40B4-BE49-F238E27FC236}">
                <a16:creationId xmlns:a16="http://schemas.microsoft.com/office/drawing/2014/main" id="{9A4A6380-3B85-4062-912A-4E390EC98130}"/>
              </a:ext>
            </a:extLst>
          </p:cNvPr>
          <p:cNvSpPr>
            <a:spLocks noGrp="1"/>
          </p:cNvSpPr>
          <p:nvPr>
            <p:ph type="body" sz="quarter" idx="13"/>
          </p:nvPr>
        </p:nvSpPr>
        <p:spPr/>
        <p:txBody>
          <a:bodyPr rtlCol="0"/>
          <a:lstStyle/>
          <a:p>
            <a:pPr rtl="0"/>
            <a:r>
              <a:rPr lang="de-DE" sz="2400" b="1"/>
              <a:t>Untertitel</a:t>
            </a:r>
          </a:p>
        </p:txBody>
      </p:sp>
      <p:sp>
        <p:nvSpPr>
          <p:cNvPr id="4" name="Inhaltsplatzhalter 3">
            <a:extLst>
              <a:ext uri="{FF2B5EF4-FFF2-40B4-BE49-F238E27FC236}">
                <a16:creationId xmlns:a16="http://schemas.microsoft.com/office/drawing/2014/main" id="{56E2AD97-6712-4E23-9D09-2FCFC43DE6FA}"/>
              </a:ext>
            </a:extLst>
          </p:cNvPr>
          <p:cNvSpPr>
            <a:spLocks noGrp="1"/>
          </p:cNvSpPr>
          <p:nvPr>
            <p:ph sz="half" idx="2"/>
          </p:nvPr>
        </p:nvSpPr>
        <p:spPr>
          <a:xfrm>
            <a:off x="576072" y="3203687"/>
            <a:ext cx="3745762" cy="3214365"/>
          </a:xfrm>
        </p:spPr>
        <p:txBody>
          <a:bodyPr rtlCol="0">
            <a:normAutofit lnSpcReduction="10000"/>
          </a:bodyPr>
          <a:lstStyle/>
          <a:p>
            <a:pPr lvl="0" rtl="0"/>
            <a:r>
              <a:rPr lang="de-DE" sz="1800" b="0" i="0" u="none" dirty="0"/>
              <a:t>Fügen Sie Text, Bilder, ClipArt und Videos hinzu. </a:t>
            </a:r>
          </a:p>
          <a:p>
            <a:pPr lvl="0" rtl="0"/>
            <a:r>
              <a:rPr lang="de-DE" sz="1800" b="0" i="0" u="none" dirty="0"/>
              <a:t>Fügen Sie Übergänge, Animationen und Bewegungen hinzu. </a:t>
            </a:r>
          </a:p>
          <a:p>
            <a:pPr lvl="0" rtl="0"/>
            <a:r>
              <a:rPr lang="de-DE" sz="1800" b="0" i="0" u="none" dirty="0"/>
              <a:t>Speichern Sie in OneDrive, um von Ihrem Computer, Tablet oder Telefon aus auf Ihre Präsentationen Zugriff zu haben. </a:t>
            </a:r>
          </a:p>
        </p:txBody>
      </p:sp>
      <p:sp>
        <p:nvSpPr>
          <p:cNvPr id="6" name="Inhaltsplatzhalter 5">
            <a:extLst>
              <a:ext uri="{FF2B5EF4-FFF2-40B4-BE49-F238E27FC236}">
                <a16:creationId xmlns:a16="http://schemas.microsoft.com/office/drawing/2014/main" id="{7B86909A-6871-4C18-9DB4-D10F772A4EC0}"/>
              </a:ext>
            </a:extLst>
          </p:cNvPr>
          <p:cNvSpPr>
            <a:spLocks noGrp="1"/>
          </p:cNvSpPr>
          <p:nvPr>
            <p:ph sz="quarter" idx="4"/>
          </p:nvPr>
        </p:nvSpPr>
        <p:spPr/>
        <p:txBody>
          <a:bodyPr rtlCol="0"/>
          <a:lstStyle/>
          <a:p>
            <a:pPr rtl="0"/>
            <a:r>
              <a:rPr lang="de-DE" sz="1800" dirty="0"/>
              <a:t>Öffnen Sie den Bereich „Designideen“ für sofortige Folienumgestaltungen. </a:t>
            </a:r>
          </a:p>
          <a:p>
            <a:pPr rtl="0"/>
            <a:r>
              <a:rPr lang="de-DE" sz="1800" dirty="0"/>
              <a:t>Wenn wir Designideen haben, zeigen wir sie Ihnen genau dort. </a:t>
            </a:r>
          </a:p>
        </p:txBody>
      </p:sp>
      <p:sp>
        <p:nvSpPr>
          <p:cNvPr id="11" name="Inhaltsplatzhalter 10">
            <a:extLst>
              <a:ext uri="{FF2B5EF4-FFF2-40B4-BE49-F238E27FC236}">
                <a16:creationId xmlns:a16="http://schemas.microsoft.com/office/drawing/2014/main" id="{4BA52259-E9BC-4D73-AB88-6F0A4227FEC2}"/>
              </a:ext>
            </a:extLst>
          </p:cNvPr>
          <p:cNvSpPr>
            <a:spLocks noGrp="1"/>
          </p:cNvSpPr>
          <p:nvPr>
            <p:ph sz="quarter" idx="14"/>
          </p:nvPr>
        </p:nvSpPr>
        <p:spPr>
          <a:xfrm>
            <a:off x="8439912" y="3203687"/>
            <a:ext cx="3637069" cy="3214365"/>
          </a:xfrm>
        </p:spPr>
        <p:txBody>
          <a:bodyPr rtlCol="0">
            <a:normAutofit lnSpcReduction="10000"/>
          </a:bodyPr>
          <a:lstStyle/>
          <a:p>
            <a:pPr rtl="0"/>
            <a:r>
              <a:rPr lang="de-DE" sz="1800" dirty="0"/>
              <a:t>Dieses PowerPoint-Thema verwendet einen eigenen Satz von Farben, Schriftarten und Effekten, um das allgemeine Erscheinungsbild dieser Folien zu erstellen. </a:t>
            </a:r>
          </a:p>
          <a:p>
            <a:pPr rtl="0"/>
            <a:r>
              <a:rPr lang="de-DE" sz="1800" dirty="0"/>
              <a:t>PowerPoint bietet unzählige Designs, um Ihrer Präsentation genau die richtige Persönlichkeit zu verleihen. </a:t>
            </a:r>
          </a:p>
        </p:txBody>
      </p:sp>
      <p:sp>
        <p:nvSpPr>
          <p:cNvPr id="7" name="Datumsplatzhalter 6">
            <a:extLst>
              <a:ext uri="{FF2B5EF4-FFF2-40B4-BE49-F238E27FC236}">
                <a16:creationId xmlns:a16="http://schemas.microsoft.com/office/drawing/2014/main" id="{A9E144FF-5A39-42A6-AAA4-4E5D672FA0BA}"/>
              </a:ext>
            </a:extLst>
          </p:cNvPr>
          <p:cNvSpPr>
            <a:spLocks noGrp="1"/>
          </p:cNvSpPr>
          <p:nvPr>
            <p:ph type="dt" sz="half" idx="10"/>
          </p:nvPr>
        </p:nvSpPr>
        <p:spPr/>
        <p:txBody>
          <a:bodyPr rtlCol="0"/>
          <a:lstStyle/>
          <a:p>
            <a:pPr rtl="0"/>
            <a:r>
              <a:rPr lang="de-DE"/>
              <a:t>04.09.20XX</a:t>
            </a:r>
          </a:p>
        </p:txBody>
      </p:sp>
      <p:sp>
        <p:nvSpPr>
          <p:cNvPr id="13" name="Slide Number Placeholder 12">
            <a:extLst>
              <a:ext uri="{FF2B5EF4-FFF2-40B4-BE49-F238E27FC236}">
                <a16:creationId xmlns:a16="http://schemas.microsoft.com/office/drawing/2014/main" id="{35B21C23-8D2E-C135-2101-99FBAFA7FA13}"/>
              </a:ext>
            </a:extLst>
          </p:cNvPr>
          <p:cNvSpPr>
            <a:spLocks noGrp="1"/>
          </p:cNvSpPr>
          <p:nvPr>
            <p:ph type="sldNum" sz="quarter" idx="12"/>
          </p:nvPr>
        </p:nvSpPr>
        <p:spPr/>
        <p:txBody>
          <a:bodyPr/>
          <a:lstStyle/>
          <a:p>
            <a:fld id="{A65A5C87-DF58-40C8-B092-1DE63DB4547E}" type="slidenum">
              <a:rPr lang="de-DE" noProof="0" smtClean="0"/>
              <a:t>20</a:t>
            </a:fld>
            <a:endParaRPr lang="en-US"/>
          </a:p>
        </p:txBody>
      </p:sp>
    </p:spTree>
    <p:extLst>
      <p:ext uri="{BB962C8B-B14F-4D97-AF65-F5344CB8AC3E}">
        <p14:creationId xmlns:p14="http://schemas.microsoft.com/office/powerpoint/2010/main" val="955483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88E9372-10C9-4FE2-AA18-D3757770284E}"/>
              </a:ext>
            </a:extLst>
          </p:cNvPr>
          <p:cNvSpPr>
            <a:spLocks noGrp="1"/>
          </p:cNvSpPr>
          <p:nvPr>
            <p:ph type="title"/>
          </p:nvPr>
        </p:nvSpPr>
        <p:spPr/>
        <p:txBody>
          <a:bodyPr rtlCol="0"/>
          <a:lstStyle/>
          <a:p>
            <a:pPr rtl="0"/>
            <a:r>
              <a:rPr lang="de-DE"/>
              <a:t>Zusammenfassung</a:t>
            </a:r>
          </a:p>
        </p:txBody>
      </p:sp>
      <p:sp>
        <p:nvSpPr>
          <p:cNvPr id="3" name="Inhaltsplatzhalter 2">
            <a:extLst>
              <a:ext uri="{FF2B5EF4-FFF2-40B4-BE49-F238E27FC236}">
                <a16:creationId xmlns:a16="http://schemas.microsoft.com/office/drawing/2014/main" id="{593CCB26-C7B5-4926-8F38-01AA28C00B75}"/>
              </a:ext>
            </a:extLst>
          </p:cNvPr>
          <p:cNvSpPr>
            <a:spLocks noGrp="1"/>
          </p:cNvSpPr>
          <p:nvPr>
            <p:ph idx="1"/>
          </p:nvPr>
        </p:nvSpPr>
        <p:spPr/>
        <p:txBody>
          <a:bodyPr rtlCol="0"/>
          <a:lstStyle/>
          <a:p>
            <a:pPr rtl="0"/>
            <a:r>
              <a:rPr lang="de-DE" dirty="0"/>
              <a:t>Mit PowerPoint können Sie Präsentationen erstellen und Ihre Arbeit mit anderen teilen, wo immer sie sich befinden. Geben Sie hier den gewünschten Text ein, um loszulegen. Sie können dieser Vorlage auch Bilder, Grafiken und Videos hinzufügen. Speichern Sie in OneDrive, und greifen Sie von Ihrem Computer, Tablet oder Telefon auf Ihre Präsentationen zu. </a:t>
            </a:r>
          </a:p>
        </p:txBody>
      </p:sp>
      <p:pic>
        <p:nvPicPr>
          <p:cNvPr id="19" name="Bildplatzhalter 18" descr="Hände schreiben auf einem Block Papier">
            <a:extLst>
              <a:ext uri="{FF2B5EF4-FFF2-40B4-BE49-F238E27FC236}">
                <a16:creationId xmlns:a16="http://schemas.microsoft.com/office/drawing/2014/main" id="{B9DA24F4-B703-4FC0-9F8E-A952502DA90F}"/>
              </a:ext>
            </a:extLst>
          </p:cNvPr>
          <p:cNvPicPr>
            <a:picLocks noGrp="1" noChangeAspect="1"/>
          </p:cNvPicPr>
          <p:nvPr>
            <p:ph type="pic" sz="quarter" idx="14"/>
          </p:nvPr>
        </p:nvPicPr>
        <p:blipFill rotWithShape="1">
          <a:blip r:embed="rId3"/>
          <a:srcRect l="138" r="138"/>
          <a:stretch/>
        </p:blipFill>
        <p:spPr/>
      </p:pic>
      <p:pic>
        <p:nvPicPr>
          <p:cNvPr id="21" name="Bildplatzhalter 20" descr="Frau mit Tablet">
            <a:extLst>
              <a:ext uri="{FF2B5EF4-FFF2-40B4-BE49-F238E27FC236}">
                <a16:creationId xmlns:a16="http://schemas.microsoft.com/office/drawing/2014/main" id="{87A22160-1F99-4B20-87AD-2F9117F992C9}"/>
              </a:ext>
            </a:extLst>
          </p:cNvPr>
          <p:cNvPicPr>
            <a:picLocks noGrp="1" noChangeAspect="1"/>
          </p:cNvPicPr>
          <p:nvPr>
            <p:ph type="pic" sz="quarter" idx="13"/>
          </p:nvPr>
        </p:nvPicPr>
        <p:blipFill rotWithShape="1">
          <a:blip r:embed="rId4"/>
          <a:srcRect l="268" r="268"/>
          <a:stretch/>
        </p:blipFill>
        <p:spPr/>
      </p:pic>
      <p:pic>
        <p:nvPicPr>
          <p:cNvPr id="23" name="Bildplatzhalter 22" descr="Gruppe von Experten, die in einem Kreis sitzen">
            <a:extLst>
              <a:ext uri="{FF2B5EF4-FFF2-40B4-BE49-F238E27FC236}">
                <a16:creationId xmlns:a16="http://schemas.microsoft.com/office/drawing/2014/main" id="{0006A4E5-E551-4887-9767-4EBBCDF54EB8}"/>
              </a:ext>
            </a:extLst>
          </p:cNvPr>
          <p:cNvPicPr>
            <a:picLocks noGrp="1" noChangeAspect="1"/>
          </p:cNvPicPr>
          <p:nvPr>
            <p:ph type="pic" sz="quarter" idx="17"/>
          </p:nvPr>
        </p:nvPicPr>
        <p:blipFill rotWithShape="1">
          <a:blip r:embed="rId5"/>
          <a:srcRect t="59" b="59"/>
          <a:stretch/>
        </p:blipFill>
        <p:spPr/>
      </p:pic>
      <p:sp>
        <p:nvSpPr>
          <p:cNvPr id="7" name="Datumsplatzhalter 6">
            <a:extLst>
              <a:ext uri="{FF2B5EF4-FFF2-40B4-BE49-F238E27FC236}">
                <a16:creationId xmlns:a16="http://schemas.microsoft.com/office/drawing/2014/main" id="{5AA8C21D-9EF8-49B7-B9B1-37E7E6897C97}"/>
              </a:ext>
            </a:extLst>
          </p:cNvPr>
          <p:cNvSpPr>
            <a:spLocks noGrp="1"/>
          </p:cNvSpPr>
          <p:nvPr>
            <p:ph type="dt" sz="half" idx="18"/>
          </p:nvPr>
        </p:nvSpPr>
        <p:spPr/>
        <p:txBody>
          <a:bodyPr rtlCol="0"/>
          <a:lstStyle/>
          <a:p>
            <a:pPr rtl="0"/>
            <a:r>
              <a:rPr lang="de-DE"/>
              <a:t>04.09.20XX</a:t>
            </a:r>
          </a:p>
        </p:txBody>
      </p:sp>
      <p:sp>
        <p:nvSpPr>
          <p:cNvPr id="5" name="Slide Number Placeholder 4">
            <a:extLst>
              <a:ext uri="{FF2B5EF4-FFF2-40B4-BE49-F238E27FC236}">
                <a16:creationId xmlns:a16="http://schemas.microsoft.com/office/drawing/2014/main" id="{FAC45476-9C8B-6C94-A627-B5CBEDA0C0FA}"/>
              </a:ext>
            </a:extLst>
          </p:cNvPr>
          <p:cNvSpPr>
            <a:spLocks noGrp="1"/>
          </p:cNvSpPr>
          <p:nvPr>
            <p:ph type="sldNum" sz="quarter" idx="20"/>
          </p:nvPr>
        </p:nvSpPr>
        <p:spPr/>
        <p:txBody>
          <a:bodyPr/>
          <a:lstStyle/>
          <a:p>
            <a:fld id="{A65A5C87-DF58-40C8-B092-1DE63DB4547E}" type="slidenum">
              <a:rPr lang="de-DE" noProof="0" smtClean="0"/>
              <a:t>21</a:t>
            </a:fld>
            <a:endParaRPr lang="en-US"/>
          </a:p>
        </p:txBody>
      </p:sp>
    </p:spTree>
    <p:extLst>
      <p:ext uri="{BB962C8B-B14F-4D97-AF65-F5344CB8AC3E}">
        <p14:creationId xmlns:p14="http://schemas.microsoft.com/office/powerpoint/2010/main" val="1185792836"/>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48399953_TF89213316_Win32" id="{67A28977-17DF-4777-B40A-22DAA598986C}" vid="{8313F26B-4FB6-4A0C-9B52-428916D250D9}"/>
    </a:ext>
  </a:extLst>
</a:theme>
</file>

<file path=ppt/theme/theme2.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90D7697-8E53-4EA8-8CBB-9C19575257BF}">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1DF0A252-5923-47A2-A53A-F9BF7290891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927DC71-2909-427C-BDB0-3E47E210151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AccentBox-Präsentation</Template>
  <TotalTime>0</TotalTime>
  <Words>743</Words>
  <Application>Microsoft Office PowerPoint</Application>
  <PresentationFormat>Breitbild</PresentationFormat>
  <Paragraphs>218</Paragraphs>
  <Slides>21</Slides>
  <Notes>16</Notes>
  <HiddenSlides>0</HiddenSlides>
  <MMClips>0</MMClips>
  <ScaleCrop>false</ScaleCrop>
  <HeadingPairs>
    <vt:vector size="4" baseType="variant">
      <vt:variant>
        <vt:lpstr>Design</vt:lpstr>
      </vt:variant>
      <vt:variant>
        <vt:i4>1</vt:i4>
      </vt:variant>
      <vt:variant>
        <vt:lpstr>Folientitel</vt:lpstr>
      </vt:variant>
      <vt:variant>
        <vt:i4>21</vt:i4>
      </vt:variant>
    </vt:vector>
  </HeadingPairs>
  <TitlesOfParts>
    <vt:vector size="22" baseType="lpstr">
      <vt:lpstr>AccentBoxVTI</vt:lpstr>
      <vt:lpstr>Robotik Projekt 3 (RO45)</vt:lpstr>
      <vt:lpstr>Agenda</vt:lpstr>
      <vt:lpstr>Kurzvorstellung</vt:lpstr>
      <vt:lpstr>Projektmanagement</vt:lpstr>
      <vt:lpstr>Meilensteine</vt:lpstr>
      <vt:lpstr>Risikomanagement</vt:lpstr>
      <vt:lpstr>Arbeitsverteilung</vt:lpstr>
      <vt:lpstr>Technische Umsetzung</vt:lpstr>
      <vt:lpstr>Koordinatensystem </vt:lpstr>
      <vt:lpstr>Software Architektur</vt:lpstr>
      <vt:lpstr>PowerPoint-Präsentation</vt:lpstr>
      <vt:lpstr>PowerPoint-Präsentation</vt:lpstr>
      <vt:lpstr>PowerPoint-Präsentation</vt:lpstr>
      <vt:lpstr>Danke für Ihre Aufmerksamkeit</vt:lpstr>
      <vt:lpstr>Diagramm</vt:lpstr>
      <vt:lpstr>Tabelle</vt:lpstr>
      <vt:lpstr>Die ersten Schritte bestehen darin,  nicht mehr zu reden, sondern zu handeln.</vt:lpstr>
      <vt:lpstr>Inhalt</vt:lpstr>
      <vt:lpstr>PowerPoint-Präsentation</vt:lpstr>
      <vt:lpstr>Inhalt </vt:lpstr>
      <vt:lpstr>Zusammenfassung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stpawenz</dc:creator>
  <cp:lastModifiedBy>wenzig patrice</cp:lastModifiedBy>
  <cp:revision>94</cp:revision>
  <dcterms:created xsi:type="dcterms:W3CDTF">2026-03-26T12:09:36Z</dcterms:created>
  <dcterms:modified xsi:type="dcterms:W3CDTF">2026-04-09T19:19:53Z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