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0" r:id="rId4"/>
  </p:sldMasterIdLst>
  <p:notesMasterIdLst>
    <p:notesMasterId r:id="rId24"/>
  </p:notesMasterIdLst>
  <p:handoutMasterIdLst>
    <p:handoutMasterId r:id="rId25"/>
  </p:handoutMasterIdLst>
  <p:sldIdLst>
    <p:sldId id="281" r:id="rId5"/>
    <p:sldId id="355" r:id="rId6"/>
    <p:sldId id="354" r:id="rId7"/>
    <p:sldId id="353" r:id="rId8"/>
    <p:sldId id="360" r:id="rId9"/>
    <p:sldId id="361" r:id="rId10"/>
    <p:sldId id="362" r:id="rId11"/>
    <p:sldId id="363" r:id="rId12"/>
    <p:sldId id="366" r:id="rId13"/>
    <p:sldId id="365" r:id="rId14"/>
    <p:sldId id="367" r:id="rId15"/>
    <p:sldId id="359" r:id="rId16"/>
    <p:sldId id="283" r:id="rId17"/>
    <p:sldId id="351" r:id="rId18"/>
    <p:sldId id="356" r:id="rId19"/>
    <p:sldId id="272" r:id="rId20"/>
    <p:sldId id="284" r:id="rId21"/>
    <p:sldId id="357" r:id="rId22"/>
    <p:sldId id="358" r:id="rId23"/>
  </p:sldIdLst>
  <p:sldSz cx="12192000" cy="6858000"/>
  <p:notesSz cx="6858000" cy="9144000"/>
  <p:defaultTextStyle>
    <a:defPPr rtl="0">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60" userDrawn="1">
          <p15:clr>
            <a:srgbClr val="A4A3A4"/>
          </p15:clr>
        </p15:guide>
        <p15:guide id="2" pos="7392" userDrawn="1">
          <p15:clr>
            <a:srgbClr val="A4A3A4"/>
          </p15:clr>
        </p15:guide>
        <p15:guide id="3" orient="horz"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5" autoAdjust="0"/>
    <p:restoredTop sz="96709" autoAdjust="0"/>
  </p:normalViewPr>
  <p:slideViewPr>
    <p:cSldViewPr snapToGrid="0">
      <p:cViewPr varScale="1">
        <p:scale>
          <a:sx n="121" d="100"/>
          <a:sy n="121" d="100"/>
        </p:scale>
        <p:origin x="394" y="86"/>
      </p:cViewPr>
      <p:guideLst>
        <p:guide pos="360"/>
        <p:guide pos="7392"/>
        <p:guide orient="horz" pos="216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480"/>
    </p:cViewPr>
  </p:sorterViewPr>
  <p:notesViewPr>
    <p:cSldViewPr snapToGrid="0">
      <p:cViewPr varScale="1">
        <p:scale>
          <a:sx n="96" d="100"/>
          <a:sy n="96" d="100"/>
        </p:scale>
        <p:origin x="3642"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8/10/relationships/authors" Target="author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Datenreihe 1</c:v>
                </c:pt>
              </c:strCache>
            </c:strRef>
          </c:tx>
          <c:spPr>
            <a:solidFill>
              <a:schemeClr val="accent1"/>
            </a:solidFill>
            <a:ln>
              <a:noFill/>
            </a:ln>
            <a:effectLst/>
          </c:spPr>
          <c:invertIfNegative val="0"/>
          <c:cat>
            <c:strRef>
              <c:f>Sheet1!$A$2:$A$5</c:f>
              <c:strCache>
                <c:ptCount val="4"/>
                <c:pt idx="0">
                  <c:v>Kategorie 1</c:v>
                </c:pt>
                <c:pt idx="1">
                  <c:v>Kategorie 2</c:v>
                </c:pt>
                <c:pt idx="2">
                  <c:v>Kategorie 3</c:v>
                </c:pt>
                <c:pt idx="3">
                  <c:v>Kategorie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1967-45E6-8472-6DE62CD76DCF}"/>
            </c:ext>
          </c:extLst>
        </c:ser>
        <c:ser>
          <c:idx val="1"/>
          <c:order val="1"/>
          <c:tx>
            <c:strRef>
              <c:f>Sheet1!$C$1</c:f>
              <c:strCache>
                <c:ptCount val="1"/>
                <c:pt idx="0">
                  <c:v>Datenreihe 2</c:v>
                </c:pt>
              </c:strCache>
            </c:strRef>
          </c:tx>
          <c:spPr>
            <a:solidFill>
              <a:schemeClr val="accent4"/>
            </a:solidFill>
            <a:ln>
              <a:noFill/>
            </a:ln>
            <a:effectLst/>
          </c:spPr>
          <c:invertIfNegative val="0"/>
          <c:cat>
            <c:strRef>
              <c:f>Sheet1!$A$2:$A$5</c:f>
              <c:strCache>
                <c:ptCount val="4"/>
                <c:pt idx="0">
                  <c:v>Kategorie 1</c:v>
                </c:pt>
                <c:pt idx="1">
                  <c:v>Kategorie 2</c:v>
                </c:pt>
                <c:pt idx="2">
                  <c:v>Kategorie 3</c:v>
                </c:pt>
                <c:pt idx="3">
                  <c:v>Kategorie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1967-45E6-8472-6DE62CD76DCF}"/>
            </c:ext>
          </c:extLst>
        </c:ser>
        <c:ser>
          <c:idx val="2"/>
          <c:order val="2"/>
          <c:tx>
            <c:strRef>
              <c:f>Sheet1!$D$1</c:f>
              <c:strCache>
                <c:ptCount val="1"/>
                <c:pt idx="0">
                  <c:v>Datenreihe 3</c:v>
                </c:pt>
              </c:strCache>
            </c:strRef>
          </c:tx>
          <c:spPr>
            <a:solidFill>
              <a:schemeClr val="accent6"/>
            </a:solidFill>
            <a:ln>
              <a:noFill/>
            </a:ln>
            <a:effectLst/>
          </c:spPr>
          <c:invertIfNegative val="0"/>
          <c:cat>
            <c:strRef>
              <c:f>Sheet1!$A$2:$A$5</c:f>
              <c:strCache>
                <c:ptCount val="4"/>
                <c:pt idx="0">
                  <c:v>Kategorie 1</c:v>
                </c:pt>
                <c:pt idx="1">
                  <c:v>Kategorie 2</c:v>
                </c:pt>
                <c:pt idx="2">
                  <c:v>Kategorie 3</c:v>
                </c:pt>
                <c:pt idx="3">
                  <c:v>Kategorie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1967-45E6-8472-6DE62CD76DCF}"/>
            </c:ext>
          </c:extLst>
        </c:ser>
        <c:dLbls>
          <c:showLegendKey val="0"/>
          <c:showVal val="0"/>
          <c:showCatName val="0"/>
          <c:showSerName val="0"/>
          <c:showPercent val="0"/>
          <c:showBubbleSize val="0"/>
        </c:dLbls>
        <c:gapWidth val="219"/>
        <c:overlap val="-27"/>
        <c:axId val="420202112"/>
        <c:axId val="233051120"/>
      </c:barChart>
      <c:catAx>
        <c:axId val="4202021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de-DE"/>
          </a:p>
        </c:txPr>
        <c:crossAx val="233051120"/>
        <c:crosses val="autoZero"/>
        <c:auto val="1"/>
        <c:lblAlgn val="ctr"/>
        <c:lblOffset val="100"/>
        <c:noMultiLvlLbl val="0"/>
      </c:catAx>
      <c:valAx>
        <c:axId val="23305112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de-DE"/>
          </a:p>
        </c:txPr>
        <c:crossAx val="4202021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5B2E815-0D19-41DC-B01B-4D608769620A}" type="doc">
      <dgm:prSet loTypeId="urn:microsoft.com/office/officeart/2016/7/layout/RoundedRectangleTimeline" loCatId="other" qsTypeId="urn:microsoft.com/office/officeart/2005/8/quickstyle/simple1" qsCatId="simple" csTypeId="urn:microsoft.com/office/officeart/2005/8/colors/colorful1" csCatId="colorful" phldr="1"/>
      <dgm:spPr/>
      <dgm:t>
        <a:bodyPr rtlCol="0"/>
        <a:lstStyle/>
        <a:p>
          <a:pPr rtl="0"/>
          <a:endParaRPr lang="en-US"/>
        </a:p>
      </dgm:t>
    </dgm:pt>
    <dgm:pt modelId="{4259F840-24E7-476F-9F30-482E46395856}">
      <dgm:prSet phldrT="[Text]"/>
      <dgm:spPr>
        <a:solidFill>
          <a:schemeClr val="accent1"/>
        </a:solidFill>
        <a:ln>
          <a:solidFill>
            <a:schemeClr val="accent1"/>
          </a:solidFill>
        </a:ln>
      </dgm:spPr>
      <dgm:t>
        <a:bodyPr rtlCol="0"/>
        <a:lstStyle/>
        <a:p>
          <a:pPr rtl="0"/>
          <a:r>
            <a:rPr lang="de-DE" noProof="0" dirty="0"/>
            <a:t>Titel</a:t>
          </a:r>
        </a:p>
      </dgm:t>
    </dgm:pt>
    <dgm:pt modelId="{FCE8068D-7E50-4749-A8D0-ADEDAC5637B3}" type="parTrans" cxnId="{42EE41D1-3C16-4937-BB38-B076896C09A0}">
      <dgm:prSet/>
      <dgm:spPr/>
      <dgm:t>
        <a:bodyPr rtlCol="0"/>
        <a:lstStyle/>
        <a:p>
          <a:pPr rtl="0"/>
          <a:endParaRPr lang="de-DE" noProof="0" dirty="0"/>
        </a:p>
      </dgm:t>
    </dgm:pt>
    <dgm:pt modelId="{DCC444A4-F20A-48F5-A61E-47BFFF185A57}" type="sibTrans" cxnId="{42EE41D1-3C16-4937-BB38-B076896C09A0}">
      <dgm:prSet/>
      <dgm:spPr/>
      <dgm:t>
        <a:bodyPr rtlCol="0"/>
        <a:lstStyle/>
        <a:p>
          <a:pPr rtl="0"/>
          <a:endParaRPr lang="de-DE" noProof="0" dirty="0"/>
        </a:p>
      </dgm:t>
    </dgm:pt>
    <dgm:pt modelId="{B54C8F6C-BE1E-4EAB-B7A0-48DE01FFAA36}">
      <dgm:prSet phldrT="[Text]"/>
      <dgm:spPr/>
      <dgm:t>
        <a:bodyPr rtlCol="0"/>
        <a:lstStyle/>
        <a:p>
          <a:pPr rtl="0"/>
          <a:r>
            <a:rPr lang="de-DE" b="0" i="0" u="none" noProof="0" dirty="0"/>
            <a:t>Um eine Präsentation zu starten, wechseln Sie zur Registerkarte „Diashow“ und wählen Sie „Von Anfang an“ aus.</a:t>
          </a:r>
          <a:endParaRPr lang="de-DE" noProof="0" dirty="0"/>
        </a:p>
      </dgm:t>
    </dgm:pt>
    <dgm:pt modelId="{8DE7CD45-B7C0-432E-B819-6A7D97E31315}" type="parTrans" cxnId="{770CA1CC-3DDD-451E-AE83-A71CA570260C}">
      <dgm:prSet/>
      <dgm:spPr/>
      <dgm:t>
        <a:bodyPr rtlCol="0"/>
        <a:lstStyle/>
        <a:p>
          <a:pPr rtl="0"/>
          <a:endParaRPr lang="de-DE" noProof="0" dirty="0"/>
        </a:p>
      </dgm:t>
    </dgm:pt>
    <dgm:pt modelId="{C33B8BEF-A818-4A2F-A99A-E2B29895E184}" type="sibTrans" cxnId="{770CA1CC-3DDD-451E-AE83-A71CA570260C}">
      <dgm:prSet/>
      <dgm:spPr/>
      <dgm:t>
        <a:bodyPr rtlCol="0"/>
        <a:lstStyle/>
        <a:p>
          <a:pPr rtl="0"/>
          <a:endParaRPr lang="de-DE" noProof="0" dirty="0"/>
        </a:p>
      </dgm:t>
    </dgm:pt>
    <dgm:pt modelId="{E4033A39-DCC4-4038-9562-AEDDBBB37A99}">
      <dgm:prSet phldrT="[Text]"/>
      <dgm:spPr>
        <a:solidFill>
          <a:schemeClr val="accent4"/>
        </a:solidFill>
        <a:ln>
          <a:solidFill>
            <a:schemeClr val="accent4"/>
          </a:solidFill>
        </a:ln>
      </dgm:spPr>
      <dgm:t>
        <a:bodyPr rtlCol="0"/>
        <a:lstStyle/>
        <a:p>
          <a:pPr rtl="0"/>
          <a:r>
            <a:rPr lang="de-DE" noProof="0" dirty="0"/>
            <a:t>Titel</a:t>
          </a:r>
        </a:p>
      </dgm:t>
    </dgm:pt>
    <dgm:pt modelId="{048EEAE6-78BA-4B00-B7BB-9C22DBB1E8F4}" type="parTrans" cxnId="{32EF2862-2950-4DF8-BEA8-CD19460CCA31}">
      <dgm:prSet/>
      <dgm:spPr/>
      <dgm:t>
        <a:bodyPr rtlCol="0"/>
        <a:lstStyle/>
        <a:p>
          <a:pPr rtl="0"/>
          <a:endParaRPr lang="de-DE" noProof="0" dirty="0"/>
        </a:p>
      </dgm:t>
    </dgm:pt>
    <dgm:pt modelId="{80AB0E5B-0C58-465D-A545-5B21133D2849}" type="sibTrans" cxnId="{32EF2862-2950-4DF8-BEA8-CD19460CCA31}">
      <dgm:prSet/>
      <dgm:spPr/>
      <dgm:t>
        <a:bodyPr rtlCol="0"/>
        <a:lstStyle/>
        <a:p>
          <a:pPr rtl="0"/>
          <a:endParaRPr lang="de-DE" noProof="0" dirty="0"/>
        </a:p>
      </dgm:t>
    </dgm:pt>
    <dgm:pt modelId="{A4C0B4E4-70AD-4901-9E3F-7EA25DD6DAA1}">
      <dgm:prSet phldrT="[Text]"/>
      <dgm:spPr/>
      <dgm:t>
        <a:bodyPr rtlCol="0"/>
        <a:lstStyle/>
        <a:p>
          <a:pPr rtl="0"/>
          <a:r>
            <a:rPr lang="de-DE" b="0" i="0" u="none" noProof="0" dirty="0"/>
            <a:t>Um die Referentenansicht anzuzeigen, wählen Sie in der Diashow-Ansicht in der Steuerleiste unten links die drei Punkte aus, und klicken Sie dann auf „Referentenansicht anzeigen“. </a:t>
          </a:r>
          <a:endParaRPr lang="de-DE" noProof="0" dirty="0"/>
        </a:p>
      </dgm:t>
    </dgm:pt>
    <dgm:pt modelId="{701D9033-BAD3-4299-933F-A47AFDC2ECD0}" type="parTrans" cxnId="{5E74CB62-E52E-4CEE-8AA1-9812BFC0D67E}">
      <dgm:prSet/>
      <dgm:spPr/>
      <dgm:t>
        <a:bodyPr rtlCol="0"/>
        <a:lstStyle/>
        <a:p>
          <a:pPr rtl="0"/>
          <a:endParaRPr lang="de-DE" noProof="0" dirty="0"/>
        </a:p>
      </dgm:t>
    </dgm:pt>
    <dgm:pt modelId="{657DB10D-2517-48AA-B970-6D815DBD4123}" type="sibTrans" cxnId="{5E74CB62-E52E-4CEE-8AA1-9812BFC0D67E}">
      <dgm:prSet/>
      <dgm:spPr/>
      <dgm:t>
        <a:bodyPr rtlCol="0"/>
        <a:lstStyle/>
        <a:p>
          <a:pPr rtl="0"/>
          <a:endParaRPr lang="de-DE" noProof="0" dirty="0"/>
        </a:p>
      </dgm:t>
    </dgm:pt>
    <dgm:pt modelId="{87BF7896-20EA-4E8F-B6F4-A34EC5C9CB50}">
      <dgm:prSet phldrT="[Text]"/>
      <dgm:spPr>
        <a:solidFill>
          <a:schemeClr val="accent5"/>
        </a:solidFill>
        <a:ln>
          <a:solidFill>
            <a:schemeClr val="accent5"/>
          </a:solidFill>
        </a:ln>
      </dgm:spPr>
      <dgm:t>
        <a:bodyPr rtlCol="0"/>
        <a:lstStyle/>
        <a:p>
          <a:pPr rtl="0"/>
          <a:r>
            <a:rPr lang="de-DE" noProof="0" dirty="0"/>
            <a:t>Titel</a:t>
          </a:r>
        </a:p>
      </dgm:t>
    </dgm:pt>
    <dgm:pt modelId="{05E47BA5-F724-4AEE-9B5B-401F18E028E6}" type="parTrans" cxnId="{92330C11-C197-4512-BDA4-8D8A69AF7D1C}">
      <dgm:prSet/>
      <dgm:spPr/>
      <dgm:t>
        <a:bodyPr rtlCol="0"/>
        <a:lstStyle/>
        <a:p>
          <a:pPr rtl="0"/>
          <a:endParaRPr lang="de-DE" noProof="0" dirty="0"/>
        </a:p>
      </dgm:t>
    </dgm:pt>
    <dgm:pt modelId="{D63CE73E-35DE-48C3-8753-7648BC953C0D}" type="sibTrans" cxnId="{92330C11-C197-4512-BDA4-8D8A69AF7D1C}">
      <dgm:prSet/>
      <dgm:spPr/>
      <dgm:t>
        <a:bodyPr rtlCol="0"/>
        <a:lstStyle/>
        <a:p>
          <a:pPr rtl="0"/>
          <a:endParaRPr lang="de-DE" noProof="0" dirty="0"/>
        </a:p>
      </dgm:t>
    </dgm:pt>
    <dgm:pt modelId="{43CBB0A2-9D75-4264-8A30-3E8974B40658}">
      <dgm:prSet phldrT="[Text]"/>
      <dgm:spPr/>
      <dgm:t>
        <a:bodyPr rtlCol="0"/>
        <a:lstStyle/>
        <a:p>
          <a:pPr rtl="0"/>
          <a:r>
            <a:rPr lang="de-DE" b="0" i="0" u="none" noProof="0" dirty="0"/>
            <a:t>Während Ihrer Präsentation sind die Sprechernotizen auf Ihrem Monitor sichtbar, für das Publikum jedoch nicht sichtbar. </a:t>
          </a:r>
          <a:endParaRPr lang="de-DE" noProof="0" dirty="0"/>
        </a:p>
      </dgm:t>
    </dgm:pt>
    <dgm:pt modelId="{F806E590-5F8E-48A1-96AC-9E738290D2ED}" type="parTrans" cxnId="{4D2DF581-8128-4440-9E51-29109DC6ED52}">
      <dgm:prSet/>
      <dgm:spPr/>
      <dgm:t>
        <a:bodyPr rtlCol="0"/>
        <a:lstStyle/>
        <a:p>
          <a:pPr rtl="0"/>
          <a:endParaRPr lang="de-DE" noProof="0" dirty="0"/>
        </a:p>
      </dgm:t>
    </dgm:pt>
    <dgm:pt modelId="{20F77EFB-335C-4BC3-AD95-8421EDF343E6}" type="sibTrans" cxnId="{4D2DF581-8128-4440-9E51-29109DC6ED52}">
      <dgm:prSet/>
      <dgm:spPr/>
      <dgm:t>
        <a:bodyPr rtlCol="0"/>
        <a:lstStyle/>
        <a:p>
          <a:pPr rtl="0"/>
          <a:endParaRPr lang="de-DE" noProof="0" dirty="0"/>
        </a:p>
      </dgm:t>
    </dgm:pt>
    <dgm:pt modelId="{660CF888-26B9-4DCA-B7E0-A150825288D0}">
      <dgm:prSet phldrT="[Text]"/>
      <dgm:spPr>
        <a:solidFill>
          <a:schemeClr val="accent6"/>
        </a:solidFill>
        <a:ln>
          <a:solidFill>
            <a:schemeClr val="accent6"/>
          </a:solidFill>
        </a:ln>
      </dgm:spPr>
      <dgm:t>
        <a:bodyPr rtlCol="0"/>
        <a:lstStyle/>
        <a:p>
          <a:pPr rtl="0"/>
          <a:r>
            <a:rPr lang="de-DE" noProof="0" dirty="0"/>
            <a:t>Titel</a:t>
          </a:r>
        </a:p>
      </dgm:t>
    </dgm:pt>
    <dgm:pt modelId="{C1C2508F-5620-49AF-BFC7-5EF96CC474E3}" type="parTrans" cxnId="{947C7663-DE86-43C7-B3C9-9F5928A23C68}">
      <dgm:prSet/>
      <dgm:spPr/>
      <dgm:t>
        <a:bodyPr rtlCol="0"/>
        <a:lstStyle/>
        <a:p>
          <a:pPr rtl="0"/>
          <a:endParaRPr lang="de-DE" noProof="0" dirty="0"/>
        </a:p>
      </dgm:t>
    </dgm:pt>
    <dgm:pt modelId="{197B6A99-6CC2-49FD-8495-CB34839ABB2C}" type="sibTrans" cxnId="{947C7663-DE86-43C7-B3C9-9F5928A23C68}">
      <dgm:prSet/>
      <dgm:spPr/>
      <dgm:t>
        <a:bodyPr rtlCol="0"/>
        <a:lstStyle/>
        <a:p>
          <a:pPr rtl="0"/>
          <a:endParaRPr lang="de-DE" noProof="0" dirty="0"/>
        </a:p>
      </dgm:t>
    </dgm:pt>
    <dgm:pt modelId="{BA1616FF-810F-45C9-9A2F-AC41CB3CC6BC}">
      <dgm:prSet phldrT="[Text]"/>
      <dgm:spPr/>
      <dgm:t>
        <a:bodyPr rtlCol="0"/>
        <a:lstStyle/>
        <a:p>
          <a:pPr rtl="0"/>
          <a:r>
            <a:rPr lang="de-DE" b="0" i="0" u="none" noProof="0" dirty="0"/>
            <a:t>Der Notizenbereich ist ein Feld, das unter jeder Folie angezeigt wird. Tippen Sie darauf, um Notizen hinzuzufügen. </a:t>
          </a:r>
          <a:endParaRPr lang="de-DE" noProof="0" dirty="0"/>
        </a:p>
      </dgm:t>
    </dgm:pt>
    <dgm:pt modelId="{9544FBF8-477A-41E1-A1AC-3D721A7822EB}" type="parTrans" cxnId="{BA5CF126-908D-4215-B2E2-AF7012301DA0}">
      <dgm:prSet/>
      <dgm:spPr/>
      <dgm:t>
        <a:bodyPr rtlCol="0"/>
        <a:lstStyle/>
        <a:p>
          <a:pPr rtl="0"/>
          <a:endParaRPr lang="de-DE" noProof="0" dirty="0"/>
        </a:p>
      </dgm:t>
    </dgm:pt>
    <dgm:pt modelId="{6F62B292-7542-4770-A5DA-AD6E93F9642D}" type="sibTrans" cxnId="{BA5CF126-908D-4215-B2E2-AF7012301DA0}">
      <dgm:prSet/>
      <dgm:spPr/>
      <dgm:t>
        <a:bodyPr rtlCol="0"/>
        <a:lstStyle/>
        <a:p>
          <a:pPr rtl="0"/>
          <a:endParaRPr lang="de-DE" noProof="0" dirty="0"/>
        </a:p>
      </dgm:t>
    </dgm:pt>
    <dgm:pt modelId="{97DB74B5-36C1-4083-BE16-BE9779159093}">
      <dgm:prSet phldrT="[Text]"/>
      <dgm:spPr>
        <a:solidFill>
          <a:schemeClr val="accent6">
            <a:lumMod val="75000"/>
          </a:schemeClr>
        </a:solidFill>
      </dgm:spPr>
      <dgm:t>
        <a:bodyPr rtlCol="0"/>
        <a:lstStyle/>
        <a:p>
          <a:pPr rtl="0"/>
          <a:r>
            <a:rPr lang="de-DE" noProof="0" dirty="0"/>
            <a:t>Titel</a:t>
          </a:r>
        </a:p>
      </dgm:t>
    </dgm:pt>
    <dgm:pt modelId="{6C1A497B-059D-41D7-B22F-7BDC6CFD947A}" type="parTrans" cxnId="{97D15D88-2DC1-4956-9B64-C442B4AE1CB3}">
      <dgm:prSet/>
      <dgm:spPr/>
      <dgm:t>
        <a:bodyPr rtlCol="0"/>
        <a:lstStyle/>
        <a:p>
          <a:pPr rtl="0"/>
          <a:endParaRPr lang="de-DE" noProof="0" dirty="0"/>
        </a:p>
      </dgm:t>
    </dgm:pt>
    <dgm:pt modelId="{F04D9720-1E1D-4133-9C2F-A9F070591B2B}" type="sibTrans" cxnId="{97D15D88-2DC1-4956-9B64-C442B4AE1CB3}">
      <dgm:prSet/>
      <dgm:spPr/>
      <dgm:t>
        <a:bodyPr rtlCol="0"/>
        <a:lstStyle/>
        <a:p>
          <a:pPr rtl="0"/>
          <a:endParaRPr lang="de-DE" noProof="0" dirty="0"/>
        </a:p>
      </dgm:t>
    </dgm:pt>
    <dgm:pt modelId="{B059B0DE-AE0E-408C-98A7-05AB6DD73373}">
      <dgm:prSet phldrT="[Text]"/>
      <dgm:spPr/>
      <dgm:t>
        <a:bodyPr rtlCol="0"/>
        <a:lstStyle/>
        <a:p>
          <a:pPr rtl="0"/>
          <a:r>
            <a:rPr lang="de-DE" b="0" i="0" u="none" noProof="0" dirty="0"/>
            <a:t>Wenn der Notizenbereich nicht angezeigt wird oder vollständig minimiert ist, klicken Sie in der Taskleiste unten im PowerPoint-Fenster auf „Notizen“. </a:t>
          </a:r>
          <a:endParaRPr lang="de-DE" noProof="0" dirty="0"/>
        </a:p>
      </dgm:t>
    </dgm:pt>
    <dgm:pt modelId="{727AA871-1A31-445C-A336-3204D36FAC47}" type="parTrans" cxnId="{4961C5D8-87CF-431D-8E8D-857C807E64B3}">
      <dgm:prSet/>
      <dgm:spPr/>
      <dgm:t>
        <a:bodyPr rtlCol="0"/>
        <a:lstStyle/>
        <a:p>
          <a:pPr rtl="0"/>
          <a:endParaRPr lang="de-DE" noProof="0" dirty="0"/>
        </a:p>
      </dgm:t>
    </dgm:pt>
    <dgm:pt modelId="{EB87680C-8ED2-476E-AF1D-D26D672907E1}" type="sibTrans" cxnId="{4961C5D8-87CF-431D-8E8D-857C807E64B3}">
      <dgm:prSet/>
      <dgm:spPr/>
      <dgm:t>
        <a:bodyPr rtlCol="0"/>
        <a:lstStyle/>
        <a:p>
          <a:pPr rtl="0"/>
          <a:endParaRPr lang="de-DE" noProof="0" dirty="0"/>
        </a:p>
      </dgm:t>
    </dgm:pt>
    <dgm:pt modelId="{196C9F68-3606-4282-A4C6-4485F1280B5F}" type="pres">
      <dgm:prSet presAssocID="{E5B2E815-0D19-41DC-B01B-4D608769620A}" presName="Name0" presStyleCnt="0">
        <dgm:presLayoutVars>
          <dgm:chMax/>
          <dgm:chPref/>
          <dgm:animLvl val="lvl"/>
        </dgm:presLayoutVars>
      </dgm:prSet>
      <dgm:spPr/>
    </dgm:pt>
    <dgm:pt modelId="{68D8AC18-502F-4825-B069-75605ADB3A40}" type="pres">
      <dgm:prSet presAssocID="{4259F840-24E7-476F-9F30-482E46395856}" presName="composite1" presStyleCnt="0"/>
      <dgm:spPr/>
    </dgm:pt>
    <dgm:pt modelId="{E088D226-49D7-4C30-90DC-CA1755D98829}" type="pres">
      <dgm:prSet presAssocID="{4259F840-24E7-476F-9F30-482E46395856}" presName="parent1" presStyleLbl="alignNode1" presStyleIdx="0" presStyleCnt="5">
        <dgm:presLayoutVars>
          <dgm:chMax val="1"/>
          <dgm:chPref val="1"/>
          <dgm:bulletEnabled val="1"/>
        </dgm:presLayoutVars>
      </dgm:prSet>
      <dgm:spPr/>
    </dgm:pt>
    <dgm:pt modelId="{45A02F84-C6CB-43F5-AEE4-3EA66C2BD25F}" type="pres">
      <dgm:prSet presAssocID="{4259F840-24E7-476F-9F30-482E46395856}" presName="Childtext1" presStyleLbl="revTx" presStyleIdx="0" presStyleCnt="5">
        <dgm:presLayoutVars>
          <dgm:bulletEnabled val="1"/>
        </dgm:presLayoutVars>
      </dgm:prSet>
      <dgm:spPr/>
    </dgm:pt>
    <dgm:pt modelId="{6BA46904-CB7C-4538-BD49-D3891EF19552}" type="pres">
      <dgm:prSet presAssocID="{4259F840-24E7-476F-9F30-482E46395856}" presName="ConnectLine1" presStyleLbl="sibTrans1D1" presStyleIdx="0" presStyleCnt="5"/>
      <dgm:spPr>
        <a:noFill/>
        <a:ln w="6350" cap="flat" cmpd="sng" algn="ctr">
          <a:solidFill>
            <a:schemeClr val="accent1"/>
          </a:solidFill>
          <a:prstDash val="dash"/>
          <a:miter lim="800000"/>
        </a:ln>
        <a:effectLst/>
      </dgm:spPr>
    </dgm:pt>
    <dgm:pt modelId="{049FDBD0-77FE-49D1-A275-A272C8C5E426}" type="pres">
      <dgm:prSet presAssocID="{4259F840-24E7-476F-9F30-482E46395856}" presName="ConnectLineEnd1" presStyleLbl="lnNode1" presStyleIdx="0" presStyleCnt="5"/>
      <dgm:spPr>
        <a:solidFill>
          <a:schemeClr val="accent1"/>
        </a:solidFill>
      </dgm:spPr>
    </dgm:pt>
    <dgm:pt modelId="{CB26EA94-33BB-4F98-9E1E-2237D4831263}" type="pres">
      <dgm:prSet presAssocID="{4259F840-24E7-476F-9F30-482E46395856}" presName="EmptyPane1" presStyleCnt="0"/>
      <dgm:spPr/>
    </dgm:pt>
    <dgm:pt modelId="{606F1DBF-510E-4065-ACCB-3EBDA85CFB92}" type="pres">
      <dgm:prSet presAssocID="{DCC444A4-F20A-48F5-A61E-47BFFF185A57}" presName="spaceBetweenRectangles1" presStyleCnt="0"/>
      <dgm:spPr/>
    </dgm:pt>
    <dgm:pt modelId="{07989479-D1A2-4D15-AA3A-B0CFFB9F91D9}" type="pres">
      <dgm:prSet presAssocID="{E4033A39-DCC4-4038-9562-AEDDBBB37A99}" presName="composite1" presStyleCnt="0"/>
      <dgm:spPr/>
    </dgm:pt>
    <dgm:pt modelId="{539615E2-3277-4D8E-8484-FF5088C8BF01}" type="pres">
      <dgm:prSet presAssocID="{E4033A39-DCC4-4038-9562-AEDDBBB37A99}" presName="parent1" presStyleLbl="alignNode1" presStyleIdx="1" presStyleCnt="5">
        <dgm:presLayoutVars>
          <dgm:chMax val="1"/>
          <dgm:chPref val="1"/>
          <dgm:bulletEnabled val="1"/>
        </dgm:presLayoutVars>
      </dgm:prSet>
      <dgm:spPr/>
    </dgm:pt>
    <dgm:pt modelId="{FEBD3C2A-A340-470A-A475-AE614EA07678}" type="pres">
      <dgm:prSet presAssocID="{E4033A39-DCC4-4038-9562-AEDDBBB37A99}" presName="Childtext1" presStyleLbl="revTx" presStyleIdx="1" presStyleCnt="5">
        <dgm:presLayoutVars>
          <dgm:bulletEnabled val="1"/>
        </dgm:presLayoutVars>
      </dgm:prSet>
      <dgm:spPr/>
    </dgm:pt>
    <dgm:pt modelId="{080474C8-0FEA-4FD1-97F1-0978CFB4A37F}" type="pres">
      <dgm:prSet presAssocID="{E4033A39-DCC4-4038-9562-AEDDBBB37A99}" presName="ConnectLine1" presStyleLbl="sibTrans1D1" presStyleIdx="1" presStyleCnt="5"/>
      <dgm:spPr>
        <a:noFill/>
        <a:ln w="6350" cap="flat" cmpd="sng" algn="ctr">
          <a:solidFill>
            <a:schemeClr val="accent4"/>
          </a:solidFill>
          <a:prstDash val="dash"/>
          <a:miter lim="800000"/>
        </a:ln>
        <a:effectLst/>
      </dgm:spPr>
    </dgm:pt>
    <dgm:pt modelId="{4797FB61-2602-4A58-81E6-6F133DB1E419}" type="pres">
      <dgm:prSet presAssocID="{E4033A39-DCC4-4038-9562-AEDDBBB37A99}" presName="ConnectLineEnd1" presStyleLbl="lnNode1" presStyleIdx="1" presStyleCnt="5"/>
      <dgm:spPr>
        <a:solidFill>
          <a:schemeClr val="accent4"/>
        </a:solidFill>
      </dgm:spPr>
    </dgm:pt>
    <dgm:pt modelId="{3ADF0AE3-D759-4F4F-8135-572855211847}" type="pres">
      <dgm:prSet presAssocID="{E4033A39-DCC4-4038-9562-AEDDBBB37A99}" presName="EmptyPane1" presStyleCnt="0"/>
      <dgm:spPr/>
    </dgm:pt>
    <dgm:pt modelId="{B0CD7A53-7149-45F2-83E8-36717D7878A1}" type="pres">
      <dgm:prSet presAssocID="{80AB0E5B-0C58-465D-A545-5B21133D2849}" presName="spaceBetweenRectangles1" presStyleCnt="0"/>
      <dgm:spPr/>
    </dgm:pt>
    <dgm:pt modelId="{FB379A6E-C0F9-420B-90FC-2785E757E6AE}" type="pres">
      <dgm:prSet presAssocID="{87BF7896-20EA-4E8F-B6F4-A34EC5C9CB50}" presName="composite1" presStyleCnt="0"/>
      <dgm:spPr/>
    </dgm:pt>
    <dgm:pt modelId="{9D82041D-873A-4600-A9C7-C0A0ADFB138B}" type="pres">
      <dgm:prSet presAssocID="{87BF7896-20EA-4E8F-B6F4-A34EC5C9CB50}" presName="parent1" presStyleLbl="alignNode1" presStyleIdx="2" presStyleCnt="5">
        <dgm:presLayoutVars>
          <dgm:chMax val="1"/>
          <dgm:chPref val="1"/>
          <dgm:bulletEnabled val="1"/>
        </dgm:presLayoutVars>
      </dgm:prSet>
      <dgm:spPr/>
    </dgm:pt>
    <dgm:pt modelId="{80CDBBF8-C6B4-4166-87C1-DC9120CC7586}" type="pres">
      <dgm:prSet presAssocID="{87BF7896-20EA-4E8F-B6F4-A34EC5C9CB50}" presName="Childtext1" presStyleLbl="revTx" presStyleIdx="2" presStyleCnt="5">
        <dgm:presLayoutVars>
          <dgm:bulletEnabled val="1"/>
        </dgm:presLayoutVars>
      </dgm:prSet>
      <dgm:spPr/>
    </dgm:pt>
    <dgm:pt modelId="{89759DE5-9F8A-470E-A6D8-F13BB4DEE93D}" type="pres">
      <dgm:prSet presAssocID="{87BF7896-20EA-4E8F-B6F4-A34EC5C9CB50}" presName="ConnectLine1" presStyleLbl="sibTrans1D1" presStyleIdx="2" presStyleCnt="5"/>
      <dgm:spPr>
        <a:noFill/>
        <a:ln w="6350" cap="flat" cmpd="sng" algn="ctr">
          <a:solidFill>
            <a:schemeClr val="accent5"/>
          </a:solidFill>
          <a:prstDash val="dash"/>
          <a:miter lim="800000"/>
        </a:ln>
        <a:effectLst/>
      </dgm:spPr>
    </dgm:pt>
    <dgm:pt modelId="{07CCF286-8B46-4A20-ACAC-84BA2D6EFBBC}" type="pres">
      <dgm:prSet presAssocID="{87BF7896-20EA-4E8F-B6F4-A34EC5C9CB50}" presName="ConnectLineEnd1" presStyleLbl="lnNode1" presStyleIdx="2" presStyleCnt="5"/>
      <dgm:spPr>
        <a:solidFill>
          <a:schemeClr val="accent5"/>
        </a:solidFill>
      </dgm:spPr>
    </dgm:pt>
    <dgm:pt modelId="{4624FC32-5405-42B1-B5CC-DF0659852A58}" type="pres">
      <dgm:prSet presAssocID="{87BF7896-20EA-4E8F-B6F4-A34EC5C9CB50}" presName="EmptyPane1" presStyleCnt="0"/>
      <dgm:spPr/>
    </dgm:pt>
    <dgm:pt modelId="{59F6C2B0-B773-4ADB-86AA-E3CF7680518A}" type="pres">
      <dgm:prSet presAssocID="{D63CE73E-35DE-48C3-8753-7648BC953C0D}" presName="spaceBetweenRectangles1" presStyleCnt="0"/>
      <dgm:spPr/>
    </dgm:pt>
    <dgm:pt modelId="{B0E1F84C-D563-44BC-8BD7-46D8F837902A}" type="pres">
      <dgm:prSet presAssocID="{660CF888-26B9-4DCA-B7E0-A150825288D0}" presName="composite1" presStyleCnt="0"/>
      <dgm:spPr/>
    </dgm:pt>
    <dgm:pt modelId="{AA687F1E-592A-4A16-9630-0E0C2D82BDEC}" type="pres">
      <dgm:prSet presAssocID="{660CF888-26B9-4DCA-B7E0-A150825288D0}" presName="parent1" presStyleLbl="alignNode1" presStyleIdx="3" presStyleCnt="5">
        <dgm:presLayoutVars>
          <dgm:chMax val="1"/>
          <dgm:chPref val="1"/>
          <dgm:bulletEnabled val="1"/>
        </dgm:presLayoutVars>
      </dgm:prSet>
      <dgm:spPr/>
    </dgm:pt>
    <dgm:pt modelId="{36210ACA-E081-40B5-87EC-500863B13ADD}" type="pres">
      <dgm:prSet presAssocID="{660CF888-26B9-4DCA-B7E0-A150825288D0}" presName="Childtext1" presStyleLbl="revTx" presStyleIdx="3" presStyleCnt="5">
        <dgm:presLayoutVars>
          <dgm:bulletEnabled val="1"/>
        </dgm:presLayoutVars>
      </dgm:prSet>
      <dgm:spPr/>
    </dgm:pt>
    <dgm:pt modelId="{EA3C7446-024E-4EEF-BED4-FFB1F2246CF3}" type="pres">
      <dgm:prSet presAssocID="{660CF888-26B9-4DCA-B7E0-A150825288D0}" presName="ConnectLine1" presStyleLbl="sibTrans1D1" presStyleIdx="3" presStyleCnt="5"/>
      <dgm:spPr>
        <a:noFill/>
        <a:ln w="6350" cap="flat" cmpd="sng" algn="ctr">
          <a:solidFill>
            <a:schemeClr val="accent6"/>
          </a:solidFill>
          <a:prstDash val="dash"/>
          <a:miter lim="800000"/>
        </a:ln>
        <a:effectLst/>
      </dgm:spPr>
    </dgm:pt>
    <dgm:pt modelId="{FDC60305-8FBB-44FD-9B53-CDBFE9F7FDD0}" type="pres">
      <dgm:prSet presAssocID="{660CF888-26B9-4DCA-B7E0-A150825288D0}" presName="ConnectLineEnd1" presStyleLbl="lnNode1" presStyleIdx="3" presStyleCnt="5"/>
      <dgm:spPr>
        <a:solidFill>
          <a:schemeClr val="accent6"/>
        </a:solidFill>
        <a:ln>
          <a:noFill/>
        </a:ln>
      </dgm:spPr>
    </dgm:pt>
    <dgm:pt modelId="{24F9A8F5-7105-4D28-A633-EB8EEF371211}" type="pres">
      <dgm:prSet presAssocID="{660CF888-26B9-4DCA-B7E0-A150825288D0}" presName="EmptyPane1" presStyleCnt="0"/>
      <dgm:spPr/>
    </dgm:pt>
    <dgm:pt modelId="{F1F5E13B-2672-4759-B561-13FA519AB496}" type="pres">
      <dgm:prSet presAssocID="{197B6A99-6CC2-49FD-8495-CB34839ABB2C}" presName="spaceBetweenRectangles1" presStyleCnt="0"/>
      <dgm:spPr/>
    </dgm:pt>
    <dgm:pt modelId="{03163906-36D6-4FB8-BB18-E04FA84A47A6}" type="pres">
      <dgm:prSet presAssocID="{97DB74B5-36C1-4083-BE16-BE9779159093}" presName="composite1" presStyleCnt="0"/>
      <dgm:spPr/>
    </dgm:pt>
    <dgm:pt modelId="{B54E50C8-30CD-4A49-B6D7-34D9AB2A3043}" type="pres">
      <dgm:prSet presAssocID="{97DB74B5-36C1-4083-BE16-BE9779159093}" presName="parent1" presStyleLbl="alignNode1" presStyleIdx="4" presStyleCnt="5">
        <dgm:presLayoutVars>
          <dgm:chMax val="1"/>
          <dgm:chPref val="1"/>
          <dgm:bulletEnabled val="1"/>
        </dgm:presLayoutVars>
      </dgm:prSet>
      <dgm:spPr/>
    </dgm:pt>
    <dgm:pt modelId="{9679B796-2B40-4D87-8578-52BF0C29AEB4}" type="pres">
      <dgm:prSet presAssocID="{97DB74B5-36C1-4083-BE16-BE9779159093}" presName="Childtext1" presStyleLbl="revTx" presStyleIdx="4" presStyleCnt="5">
        <dgm:presLayoutVars>
          <dgm:bulletEnabled val="1"/>
        </dgm:presLayoutVars>
      </dgm:prSet>
      <dgm:spPr/>
    </dgm:pt>
    <dgm:pt modelId="{894318B2-70C4-403D-BE3D-359CAB62002A}" type="pres">
      <dgm:prSet presAssocID="{97DB74B5-36C1-4083-BE16-BE9779159093}" presName="ConnectLine1" presStyleLbl="sibTrans1D1" presStyleIdx="4" presStyleCnt="5"/>
      <dgm:spPr>
        <a:noFill/>
        <a:ln w="6350" cap="flat" cmpd="sng" algn="ctr">
          <a:solidFill>
            <a:schemeClr val="accent6">
              <a:lumMod val="75000"/>
            </a:schemeClr>
          </a:solidFill>
          <a:prstDash val="dash"/>
          <a:miter lim="800000"/>
        </a:ln>
        <a:effectLst/>
      </dgm:spPr>
    </dgm:pt>
    <dgm:pt modelId="{C2518668-97A8-402E-BC0D-09AE8E2ABBE2}" type="pres">
      <dgm:prSet presAssocID="{97DB74B5-36C1-4083-BE16-BE9779159093}" presName="ConnectLineEnd1" presStyleLbl="lnNode1" presStyleIdx="4" presStyleCnt="5"/>
      <dgm:spPr>
        <a:solidFill>
          <a:schemeClr val="accent6">
            <a:lumMod val="75000"/>
          </a:schemeClr>
        </a:solidFill>
      </dgm:spPr>
    </dgm:pt>
    <dgm:pt modelId="{B8E1DD63-FDF0-4B15-85B7-2053E048AAC9}" type="pres">
      <dgm:prSet presAssocID="{97DB74B5-36C1-4083-BE16-BE9779159093}" presName="EmptyPane1" presStyleCnt="0"/>
      <dgm:spPr/>
    </dgm:pt>
  </dgm:ptLst>
  <dgm:cxnLst>
    <dgm:cxn modelId="{0943B00B-58A1-4FF5-9E44-5C479145B02B}" type="presOf" srcId="{87BF7896-20EA-4E8F-B6F4-A34EC5C9CB50}" destId="{9D82041D-873A-4600-A9C7-C0A0ADFB138B}" srcOrd="0" destOrd="0" presId="urn:microsoft.com/office/officeart/2016/7/layout/RoundedRectangleTimeline"/>
    <dgm:cxn modelId="{92330C11-C197-4512-BDA4-8D8A69AF7D1C}" srcId="{E5B2E815-0D19-41DC-B01B-4D608769620A}" destId="{87BF7896-20EA-4E8F-B6F4-A34EC5C9CB50}" srcOrd="2" destOrd="0" parTransId="{05E47BA5-F724-4AEE-9B5B-401F18E028E6}" sibTransId="{D63CE73E-35DE-48C3-8753-7648BC953C0D}"/>
    <dgm:cxn modelId="{5D9B3125-79DF-4C1A-AB86-4D167E1ED6BC}" type="presOf" srcId="{B059B0DE-AE0E-408C-98A7-05AB6DD73373}" destId="{9679B796-2B40-4D87-8578-52BF0C29AEB4}" srcOrd="0" destOrd="0" presId="urn:microsoft.com/office/officeart/2016/7/layout/RoundedRectangleTimeline"/>
    <dgm:cxn modelId="{BA5CF126-908D-4215-B2E2-AF7012301DA0}" srcId="{660CF888-26B9-4DCA-B7E0-A150825288D0}" destId="{BA1616FF-810F-45C9-9A2F-AC41CB3CC6BC}" srcOrd="0" destOrd="0" parTransId="{9544FBF8-477A-41E1-A1AC-3D721A7822EB}" sibTransId="{6F62B292-7542-4770-A5DA-AD6E93F9642D}"/>
    <dgm:cxn modelId="{32EF2862-2950-4DF8-BEA8-CD19460CCA31}" srcId="{E5B2E815-0D19-41DC-B01B-4D608769620A}" destId="{E4033A39-DCC4-4038-9562-AEDDBBB37A99}" srcOrd="1" destOrd="0" parTransId="{048EEAE6-78BA-4B00-B7BB-9C22DBB1E8F4}" sibTransId="{80AB0E5B-0C58-465D-A545-5B21133D2849}"/>
    <dgm:cxn modelId="{5E74CB62-E52E-4CEE-8AA1-9812BFC0D67E}" srcId="{E4033A39-DCC4-4038-9562-AEDDBBB37A99}" destId="{A4C0B4E4-70AD-4901-9E3F-7EA25DD6DAA1}" srcOrd="0" destOrd="0" parTransId="{701D9033-BAD3-4299-933F-A47AFDC2ECD0}" sibTransId="{657DB10D-2517-48AA-B970-6D815DBD4123}"/>
    <dgm:cxn modelId="{947C7663-DE86-43C7-B3C9-9F5928A23C68}" srcId="{E5B2E815-0D19-41DC-B01B-4D608769620A}" destId="{660CF888-26B9-4DCA-B7E0-A150825288D0}" srcOrd="3" destOrd="0" parTransId="{C1C2508F-5620-49AF-BFC7-5EF96CC474E3}" sibTransId="{197B6A99-6CC2-49FD-8495-CB34839ABB2C}"/>
    <dgm:cxn modelId="{B7BDCA73-65C2-4BF5-93F0-7A3D442F0CF3}" type="presOf" srcId="{BA1616FF-810F-45C9-9A2F-AC41CB3CC6BC}" destId="{36210ACA-E081-40B5-87EC-500863B13ADD}" srcOrd="0" destOrd="0" presId="urn:microsoft.com/office/officeart/2016/7/layout/RoundedRectangleTimeline"/>
    <dgm:cxn modelId="{465A5776-4A66-4B45-9D1D-8CF41D4CC45D}" type="presOf" srcId="{97DB74B5-36C1-4083-BE16-BE9779159093}" destId="{B54E50C8-30CD-4A49-B6D7-34D9AB2A3043}" srcOrd="0" destOrd="0" presId="urn:microsoft.com/office/officeart/2016/7/layout/RoundedRectangleTimeline"/>
    <dgm:cxn modelId="{4D2DF581-8128-4440-9E51-29109DC6ED52}" srcId="{87BF7896-20EA-4E8F-B6F4-A34EC5C9CB50}" destId="{43CBB0A2-9D75-4264-8A30-3E8974B40658}" srcOrd="0" destOrd="0" parTransId="{F806E590-5F8E-48A1-96AC-9E738290D2ED}" sibTransId="{20F77EFB-335C-4BC3-AD95-8421EDF343E6}"/>
    <dgm:cxn modelId="{97D15D88-2DC1-4956-9B64-C442B4AE1CB3}" srcId="{E5B2E815-0D19-41DC-B01B-4D608769620A}" destId="{97DB74B5-36C1-4083-BE16-BE9779159093}" srcOrd="4" destOrd="0" parTransId="{6C1A497B-059D-41D7-B22F-7BDC6CFD947A}" sibTransId="{F04D9720-1E1D-4133-9C2F-A9F070591B2B}"/>
    <dgm:cxn modelId="{CEC8B788-971E-422E-A8E4-A00BBB2E51D9}" type="presOf" srcId="{660CF888-26B9-4DCA-B7E0-A150825288D0}" destId="{AA687F1E-592A-4A16-9630-0E0C2D82BDEC}" srcOrd="0" destOrd="0" presId="urn:microsoft.com/office/officeart/2016/7/layout/RoundedRectangleTimeline"/>
    <dgm:cxn modelId="{958FAF8F-A77F-4AE4-A72A-8E643FA277FD}" type="presOf" srcId="{B54C8F6C-BE1E-4EAB-B7A0-48DE01FFAA36}" destId="{45A02F84-C6CB-43F5-AEE4-3EA66C2BD25F}" srcOrd="0" destOrd="0" presId="urn:microsoft.com/office/officeart/2016/7/layout/RoundedRectangleTimeline"/>
    <dgm:cxn modelId="{C8CAF48F-322D-43C3-A68B-40DA904320AC}" type="presOf" srcId="{E5B2E815-0D19-41DC-B01B-4D608769620A}" destId="{196C9F68-3606-4282-A4C6-4485F1280B5F}" srcOrd="0" destOrd="0" presId="urn:microsoft.com/office/officeart/2016/7/layout/RoundedRectangleTimeline"/>
    <dgm:cxn modelId="{CAF19795-26FD-4CD9-8E3B-7E7899F5E3D0}" type="presOf" srcId="{4259F840-24E7-476F-9F30-482E46395856}" destId="{E088D226-49D7-4C30-90DC-CA1755D98829}" srcOrd="0" destOrd="0" presId="urn:microsoft.com/office/officeart/2016/7/layout/RoundedRectangleTimeline"/>
    <dgm:cxn modelId="{AC2FC1A2-CF44-4033-8AAE-31C98C976AAD}" type="presOf" srcId="{E4033A39-DCC4-4038-9562-AEDDBBB37A99}" destId="{539615E2-3277-4D8E-8484-FF5088C8BF01}" srcOrd="0" destOrd="0" presId="urn:microsoft.com/office/officeart/2016/7/layout/RoundedRectangleTimeline"/>
    <dgm:cxn modelId="{941106B6-136C-474C-97D6-48D5BA0F2412}" type="presOf" srcId="{A4C0B4E4-70AD-4901-9E3F-7EA25DD6DAA1}" destId="{FEBD3C2A-A340-470A-A475-AE614EA07678}" srcOrd="0" destOrd="0" presId="urn:microsoft.com/office/officeart/2016/7/layout/RoundedRectangleTimeline"/>
    <dgm:cxn modelId="{770CA1CC-3DDD-451E-AE83-A71CA570260C}" srcId="{4259F840-24E7-476F-9F30-482E46395856}" destId="{B54C8F6C-BE1E-4EAB-B7A0-48DE01FFAA36}" srcOrd="0" destOrd="0" parTransId="{8DE7CD45-B7C0-432E-B819-6A7D97E31315}" sibTransId="{C33B8BEF-A818-4A2F-A99A-E2B29895E184}"/>
    <dgm:cxn modelId="{42EE41D1-3C16-4937-BB38-B076896C09A0}" srcId="{E5B2E815-0D19-41DC-B01B-4D608769620A}" destId="{4259F840-24E7-476F-9F30-482E46395856}" srcOrd="0" destOrd="0" parTransId="{FCE8068D-7E50-4749-A8D0-ADEDAC5637B3}" sibTransId="{DCC444A4-F20A-48F5-A61E-47BFFF185A57}"/>
    <dgm:cxn modelId="{4961C5D8-87CF-431D-8E8D-857C807E64B3}" srcId="{97DB74B5-36C1-4083-BE16-BE9779159093}" destId="{B059B0DE-AE0E-408C-98A7-05AB6DD73373}" srcOrd="0" destOrd="0" parTransId="{727AA871-1A31-445C-A336-3204D36FAC47}" sibTransId="{EB87680C-8ED2-476E-AF1D-D26D672907E1}"/>
    <dgm:cxn modelId="{0CA390ED-20D0-4931-9ED2-39898E967B4E}" type="presOf" srcId="{43CBB0A2-9D75-4264-8A30-3E8974B40658}" destId="{80CDBBF8-C6B4-4166-87C1-DC9120CC7586}" srcOrd="0" destOrd="0" presId="urn:microsoft.com/office/officeart/2016/7/layout/RoundedRectangleTimeline"/>
    <dgm:cxn modelId="{5354664C-1324-42A2-8E0C-8A734126CEDC}" type="presParOf" srcId="{196C9F68-3606-4282-A4C6-4485F1280B5F}" destId="{68D8AC18-502F-4825-B069-75605ADB3A40}" srcOrd="0" destOrd="0" presId="urn:microsoft.com/office/officeart/2016/7/layout/RoundedRectangleTimeline"/>
    <dgm:cxn modelId="{6348195D-50D8-4550-9B41-00B3DA9EB427}" type="presParOf" srcId="{68D8AC18-502F-4825-B069-75605ADB3A40}" destId="{E088D226-49D7-4C30-90DC-CA1755D98829}" srcOrd="0" destOrd="0" presId="urn:microsoft.com/office/officeart/2016/7/layout/RoundedRectangleTimeline"/>
    <dgm:cxn modelId="{C6708436-4913-4A18-9057-022E1E45D775}" type="presParOf" srcId="{68D8AC18-502F-4825-B069-75605ADB3A40}" destId="{45A02F84-C6CB-43F5-AEE4-3EA66C2BD25F}" srcOrd="1" destOrd="0" presId="urn:microsoft.com/office/officeart/2016/7/layout/RoundedRectangleTimeline"/>
    <dgm:cxn modelId="{5B4CF8B4-5862-4F3D-A120-627665A45E68}" type="presParOf" srcId="{68D8AC18-502F-4825-B069-75605ADB3A40}" destId="{6BA46904-CB7C-4538-BD49-D3891EF19552}" srcOrd="2" destOrd="0" presId="urn:microsoft.com/office/officeart/2016/7/layout/RoundedRectangleTimeline"/>
    <dgm:cxn modelId="{FFB4B971-221D-492E-BC0D-36F39758451A}" type="presParOf" srcId="{68D8AC18-502F-4825-B069-75605ADB3A40}" destId="{049FDBD0-77FE-49D1-A275-A272C8C5E426}" srcOrd="3" destOrd="0" presId="urn:microsoft.com/office/officeart/2016/7/layout/RoundedRectangleTimeline"/>
    <dgm:cxn modelId="{7B503000-2C47-4DD5-B24B-D6052C4C3CDE}" type="presParOf" srcId="{68D8AC18-502F-4825-B069-75605ADB3A40}" destId="{CB26EA94-33BB-4F98-9E1E-2237D4831263}" srcOrd="4" destOrd="0" presId="urn:microsoft.com/office/officeart/2016/7/layout/RoundedRectangleTimeline"/>
    <dgm:cxn modelId="{DE78CEF1-BE43-4E5A-9C91-92F8289167D0}" type="presParOf" srcId="{196C9F68-3606-4282-A4C6-4485F1280B5F}" destId="{606F1DBF-510E-4065-ACCB-3EBDA85CFB92}" srcOrd="1" destOrd="0" presId="urn:microsoft.com/office/officeart/2016/7/layout/RoundedRectangleTimeline"/>
    <dgm:cxn modelId="{74F95C78-3813-45AA-932B-C94A3B7513CB}" type="presParOf" srcId="{196C9F68-3606-4282-A4C6-4485F1280B5F}" destId="{07989479-D1A2-4D15-AA3A-B0CFFB9F91D9}" srcOrd="2" destOrd="0" presId="urn:microsoft.com/office/officeart/2016/7/layout/RoundedRectangleTimeline"/>
    <dgm:cxn modelId="{78714377-12E6-4F42-93F8-20E6C58A5CEA}" type="presParOf" srcId="{07989479-D1A2-4D15-AA3A-B0CFFB9F91D9}" destId="{539615E2-3277-4D8E-8484-FF5088C8BF01}" srcOrd="0" destOrd="0" presId="urn:microsoft.com/office/officeart/2016/7/layout/RoundedRectangleTimeline"/>
    <dgm:cxn modelId="{B18F6382-7271-4A16-839E-8201B423722C}" type="presParOf" srcId="{07989479-D1A2-4D15-AA3A-B0CFFB9F91D9}" destId="{FEBD3C2A-A340-470A-A475-AE614EA07678}" srcOrd="1" destOrd="0" presId="urn:microsoft.com/office/officeart/2016/7/layout/RoundedRectangleTimeline"/>
    <dgm:cxn modelId="{1FCB7BE4-0603-4EFE-8008-2BFEFE000DC7}" type="presParOf" srcId="{07989479-D1A2-4D15-AA3A-B0CFFB9F91D9}" destId="{080474C8-0FEA-4FD1-97F1-0978CFB4A37F}" srcOrd="2" destOrd="0" presId="urn:microsoft.com/office/officeart/2016/7/layout/RoundedRectangleTimeline"/>
    <dgm:cxn modelId="{FFACD6D5-3CE9-42AD-947E-A78AEF95B8FB}" type="presParOf" srcId="{07989479-D1A2-4D15-AA3A-B0CFFB9F91D9}" destId="{4797FB61-2602-4A58-81E6-6F133DB1E419}" srcOrd="3" destOrd="0" presId="urn:microsoft.com/office/officeart/2016/7/layout/RoundedRectangleTimeline"/>
    <dgm:cxn modelId="{BC46BA3B-AC60-4702-8307-9F913CF4B658}" type="presParOf" srcId="{07989479-D1A2-4D15-AA3A-B0CFFB9F91D9}" destId="{3ADF0AE3-D759-4F4F-8135-572855211847}" srcOrd="4" destOrd="0" presId="urn:microsoft.com/office/officeart/2016/7/layout/RoundedRectangleTimeline"/>
    <dgm:cxn modelId="{C4C49063-100B-4191-B846-2AFDB1730073}" type="presParOf" srcId="{196C9F68-3606-4282-A4C6-4485F1280B5F}" destId="{B0CD7A53-7149-45F2-83E8-36717D7878A1}" srcOrd="3" destOrd="0" presId="urn:microsoft.com/office/officeart/2016/7/layout/RoundedRectangleTimeline"/>
    <dgm:cxn modelId="{46F7084B-A873-4467-94F4-3AD8C57AA15B}" type="presParOf" srcId="{196C9F68-3606-4282-A4C6-4485F1280B5F}" destId="{FB379A6E-C0F9-420B-90FC-2785E757E6AE}" srcOrd="4" destOrd="0" presId="urn:microsoft.com/office/officeart/2016/7/layout/RoundedRectangleTimeline"/>
    <dgm:cxn modelId="{57342C4D-7AF4-4D0C-AB41-7215FDB8FE71}" type="presParOf" srcId="{FB379A6E-C0F9-420B-90FC-2785E757E6AE}" destId="{9D82041D-873A-4600-A9C7-C0A0ADFB138B}" srcOrd="0" destOrd="0" presId="urn:microsoft.com/office/officeart/2016/7/layout/RoundedRectangleTimeline"/>
    <dgm:cxn modelId="{30E8D157-1732-4DB0-8B12-69814E347461}" type="presParOf" srcId="{FB379A6E-C0F9-420B-90FC-2785E757E6AE}" destId="{80CDBBF8-C6B4-4166-87C1-DC9120CC7586}" srcOrd="1" destOrd="0" presId="urn:microsoft.com/office/officeart/2016/7/layout/RoundedRectangleTimeline"/>
    <dgm:cxn modelId="{7E25EDCE-0445-4BA4-987C-8BE2C213576D}" type="presParOf" srcId="{FB379A6E-C0F9-420B-90FC-2785E757E6AE}" destId="{89759DE5-9F8A-470E-A6D8-F13BB4DEE93D}" srcOrd="2" destOrd="0" presId="urn:microsoft.com/office/officeart/2016/7/layout/RoundedRectangleTimeline"/>
    <dgm:cxn modelId="{94CDA7E7-E9EA-4F04-A2A9-1FEA663F463A}" type="presParOf" srcId="{FB379A6E-C0F9-420B-90FC-2785E757E6AE}" destId="{07CCF286-8B46-4A20-ACAC-84BA2D6EFBBC}" srcOrd="3" destOrd="0" presId="urn:microsoft.com/office/officeart/2016/7/layout/RoundedRectangleTimeline"/>
    <dgm:cxn modelId="{2EF8748D-BCF1-428A-92FE-83430C7C7B7A}" type="presParOf" srcId="{FB379A6E-C0F9-420B-90FC-2785E757E6AE}" destId="{4624FC32-5405-42B1-B5CC-DF0659852A58}" srcOrd="4" destOrd="0" presId="urn:microsoft.com/office/officeart/2016/7/layout/RoundedRectangleTimeline"/>
    <dgm:cxn modelId="{EBC6C4B1-C34F-422A-A8DD-FC2F19BCEB5C}" type="presParOf" srcId="{196C9F68-3606-4282-A4C6-4485F1280B5F}" destId="{59F6C2B0-B773-4ADB-86AA-E3CF7680518A}" srcOrd="5" destOrd="0" presId="urn:microsoft.com/office/officeart/2016/7/layout/RoundedRectangleTimeline"/>
    <dgm:cxn modelId="{B44021F9-64F2-42AF-8887-CE643D474544}" type="presParOf" srcId="{196C9F68-3606-4282-A4C6-4485F1280B5F}" destId="{B0E1F84C-D563-44BC-8BD7-46D8F837902A}" srcOrd="6" destOrd="0" presId="urn:microsoft.com/office/officeart/2016/7/layout/RoundedRectangleTimeline"/>
    <dgm:cxn modelId="{FCA62D8C-0836-470B-887D-2F5190C1E251}" type="presParOf" srcId="{B0E1F84C-D563-44BC-8BD7-46D8F837902A}" destId="{AA687F1E-592A-4A16-9630-0E0C2D82BDEC}" srcOrd="0" destOrd="0" presId="urn:microsoft.com/office/officeart/2016/7/layout/RoundedRectangleTimeline"/>
    <dgm:cxn modelId="{4C911D76-BB97-4623-868F-355DF8DF2AAB}" type="presParOf" srcId="{B0E1F84C-D563-44BC-8BD7-46D8F837902A}" destId="{36210ACA-E081-40B5-87EC-500863B13ADD}" srcOrd="1" destOrd="0" presId="urn:microsoft.com/office/officeart/2016/7/layout/RoundedRectangleTimeline"/>
    <dgm:cxn modelId="{C8C41DEA-3865-4846-8FD4-E6DFCC957E91}" type="presParOf" srcId="{B0E1F84C-D563-44BC-8BD7-46D8F837902A}" destId="{EA3C7446-024E-4EEF-BED4-FFB1F2246CF3}" srcOrd="2" destOrd="0" presId="urn:microsoft.com/office/officeart/2016/7/layout/RoundedRectangleTimeline"/>
    <dgm:cxn modelId="{22828323-B902-4F1B-89BB-C3A7000232ED}" type="presParOf" srcId="{B0E1F84C-D563-44BC-8BD7-46D8F837902A}" destId="{FDC60305-8FBB-44FD-9B53-CDBFE9F7FDD0}" srcOrd="3" destOrd="0" presId="urn:microsoft.com/office/officeart/2016/7/layout/RoundedRectangleTimeline"/>
    <dgm:cxn modelId="{1F4954B3-28D9-4959-A137-A17D9A25E472}" type="presParOf" srcId="{B0E1F84C-D563-44BC-8BD7-46D8F837902A}" destId="{24F9A8F5-7105-4D28-A633-EB8EEF371211}" srcOrd="4" destOrd="0" presId="urn:microsoft.com/office/officeart/2016/7/layout/RoundedRectangleTimeline"/>
    <dgm:cxn modelId="{E5C70CFA-FDF3-429E-9DC4-FCC0A221C639}" type="presParOf" srcId="{196C9F68-3606-4282-A4C6-4485F1280B5F}" destId="{F1F5E13B-2672-4759-B561-13FA519AB496}" srcOrd="7" destOrd="0" presId="urn:microsoft.com/office/officeart/2016/7/layout/RoundedRectangleTimeline"/>
    <dgm:cxn modelId="{2E1BA3A4-18DB-49E6-9DF9-3510522C180C}" type="presParOf" srcId="{196C9F68-3606-4282-A4C6-4485F1280B5F}" destId="{03163906-36D6-4FB8-BB18-E04FA84A47A6}" srcOrd="8" destOrd="0" presId="urn:microsoft.com/office/officeart/2016/7/layout/RoundedRectangleTimeline"/>
    <dgm:cxn modelId="{6FDBCE34-B62A-4AB3-92F1-8B57B7B1B86B}" type="presParOf" srcId="{03163906-36D6-4FB8-BB18-E04FA84A47A6}" destId="{B54E50C8-30CD-4A49-B6D7-34D9AB2A3043}" srcOrd="0" destOrd="0" presId="urn:microsoft.com/office/officeart/2016/7/layout/RoundedRectangleTimeline"/>
    <dgm:cxn modelId="{33895046-1F00-4017-9E23-59160C869AAA}" type="presParOf" srcId="{03163906-36D6-4FB8-BB18-E04FA84A47A6}" destId="{9679B796-2B40-4D87-8578-52BF0C29AEB4}" srcOrd="1" destOrd="0" presId="urn:microsoft.com/office/officeart/2016/7/layout/RoundedRectangleTimeline"/>
    <dgm:cxn modelId="{12ECDFF8-EE38-4217-84A5-B6DB76365A88}" type="presParOf" srcId="{03163906-36D6-4FB8-BB18-E04FA84A47A6}" destId="{894318B2-70C4-403D-BE3D-359CAB62002A}" srcOrd="2" destOrd="0" presId="urn:microsoft.com/office/officeart/2016/7/layout/RoundedRectangleTimeline"/>
    <dgm:cxn modelId="{DB815251-1804-4927-8D3C-488788811B42}" type="presParOf" srcId="{03163906-36D6-4FB8-BB18-E04FA84A47A6}" destId="{C2518668-97A8-402E-BC0D-09AE8E2ABBE2}" srcOrd="3" destOrd="0" presId="urn:microsoft.com/office/officeart/2016/7/layout/RoundedRectangleTimeline"/>
    <dgm:cxn modelId="{E71AA971-1AAE-4077-BE68-1019D6BC222D}" type="presParOf" srcId="{03163906-36D6-4FB8-BB18-E04FA84A47A6}" destId="{B8E1DD63-FDF0-4B15-85B7-2053E048AAC9}" srcOrd="4" destOrd="0" presId="urn:microsoft.com/office/officeart/2016/7/layout/RoundedRectangle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88D226-49D7-4C30-90DC-CA1755D98829}">
      <dsp:nvSpPr>
        <dsp:cNvPr id="0" name=""/>
        <dsp:cNvSpPr/>
      </dsp:nvSpPr>
      <dsp:spPr>
        <a:xfrm rot="16200000">
          <a:off x="1331019" y="1248365"/>
          <a:ext cx="435133" cy="1854606"/>
        </a:xfrm>
        <a:prstGeom prst="round2SameRect">
          <a:avLst/>
        </a:prstGeom>
        <a:solidFill>
          <a:schemeClr val="accent1"/>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rtlCol="0" anchor="ctr" anchorCtr="1">
          <a:noAutofit/>
        </a:bodyPr>
        <a:lstStyle/>
        <a:p>
          <a:pPr marL="0" lvl="0" indent="0" algn="ctr" defTabSz="577850" rtl="0">
            <a:lnSpc>
              <a:spcPct val="90000"/>
            </a:lnSpc>
            <a:spcBef>
              <a:spcPct val="0"/>
            </a:spcBef>
            <a:spcAft>
              <a:spcPct val="35000"/>
            </a:spcAft>
            <a:buNone/>
          </a:pPr>
          <a:r>
            <a:rPr lang="de-DE" sz="1300" kern="1200" noProof="0" dirty="0"/>
            <a:t>Titel</a:t>
          </a:r>
        </a:p>
      </dsp:txBody>
      <dsp:txXfrm rot="5400000">
        <a:off x="642524" y="1979343"/>
        <a:ext cx="1833365" cy="392651"/>
      </dsp:txXfrm>
    </dsp:sp>
    <dsp:sp modelId="{45A02F84-C6CB-43F5-AEE4-3EA66C2BD25F}">
      <dsp:nvSpPr>
        <dsp:cNvPr id="0" name=""/>
        <dsp:cNvSpPr/>
      </dsp:nvSpPr>
      <dsp:spPr>
        <a:xfrm>
          <a:off x="3080" y="0"/>
          <a:ext cx="3091011" cy="1522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99060" numCol="1" spcCol="1270" rtlCol="0" anchor="b" anchorCtr="1">
          <a:noAutofit/>
        </a:bodyPr>
        <a:lstStyle/>
        <a:p>
          <a:pPr marL="0" lvl="0" indent="0" algn="ctr" defTabSz="577850" rtl="0">
            <a:lnSpc>
              <a:spcPct val="90000"/>
            </a:lnSpc>
            <a:spcBef>
              <a:spcPct val="0"/>
            </a:spcBef>
            <a:spcAft>
              <a:spcPct val="35000"/>
            </a:spcAft>
            <a:buNone/>
          </a:pPr>
          <a:r>
            <a:rPr lang="de-DE" sz="1300" b="0" i="0" u="none" kern="1200" noProof="0" dirty="0"/>
            <a:t>Um eine Präsentation zu starten, wechseln Sie zur Registerkarte „Diashow“ und wählen Sie „Von Anfang an“ aus.</a:t>
          </a:r>
          <a:endParaRPr lang="de-DE" sz="1300" kern="1200" noProof="0" dirty="0"/>
        </a:p>
      </dsp:txBody>
      <dsp:txXfrm>
        <a:off x="3080" y="0"/>
        <a:ext cx="3091011" cy="1522968"/>
      </dsp:txXfrm>
    </dsp:sp>
    <dsp:sp modelId="{6BA46904-CB7C-4538-BD49-D3891EF19552}">
      <dsp:nvSpPr>
        <dsp:cNvPr id="0" name=""/>
        <dsp:cNvSpPr/>
      </dsp:nvSpPr>
      <dsp:spPr>
        <a:xfrm>
          <a:off x="1548586" y="1609995"/>
          <a:ext cx="0" cy="348107"/>
        </a:xfrm>
        <a:prstGeom prst="line">
          <a:avLst/>
        </a:prstGeom>
        <a:noFill/>
        <a:ln w="6350" cap="flat" cmpd="sng" algn="ctr">
          <a:solidFill>
            <a:schemeClr val="accent1"/>
          </a:solidFill>
          <a:prstDash val="dash"/>
          <a:miter lim="800000"/>
        </a:ln>
        <a:effectLst/>
      </dsp:spPr>
      <dsp:style>
        <a:lnRef idx="1">
          <a:scrgbClr r="0" g="0" b="0"/>
        </a:lnRef>
        <a:fillRef idx="0">
          <a:scrgbClr r="0" g="0" b="0"/>
        </a:fillRef>
        <a:effectRef idx="0">
          <a:scrgbClr r="0" g="0" b="0"/>
        </a:effectRef>
        <a:fontRef idx="minor"/>
      </dsp:style>
    </dsp:sp>
    <dsp:sp modelId="{049FDBD0-77FE-49D1-A275-A272C8C5E426}">
      <dsp:nvSpPr>
        <dsp:cNvPr id="0" name=""/>
        <dsp:cNvSpPr/>
      </dsp:nvSpPr>
      <dsp:spPr>
        <a:xfrm>
          <a:off x="1505073" y="1522968"/>
          <a:ext cx="87026" cy="87026"/>
        </a:xfrm>
        <a:prstGeom prst="ellipse">
          <a:avLst/>
        </a:prstGeom>
        <a:solidFill>
          <a:schemeClr val="accent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39615E2-3277-4D8E-8484-FF5088C8BF01}">
      <dsp:nvSpPr>
        <dsp:cNvPr id="0" name=""/>
        <dsp:cNvSpPr/>
      </dsp:nvSpPr>
      <dsp:spPr>
        <a:xfrm>
          <a:off x="2475889" y="1958102"/>
          <a:ext cx="1854606" cy="435133"/>
        </a:xfrm>
        <a:prstGeom prst="rect">
          <a:avLst/>
        </a:prstGeom>
        <a:solidFill>
          <a:schemeClr val="accent4"/>
        </a:solidFill>
        <a:ln w="12700" cap="flat" cmpd="sng" algn="ctr">
          <a:solidFill>
            <a:schemeClr val="accent4"/>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rtlCol="0" anchor="ctr" anchorCtr="1">
          <a:noAutofit/>
        </a:bodyPr>
        <a:lstStyle/>
        <a:p>
          <a:pPr marL="0" lvl="0" indent="0" algn="ctr" defTabSz="577850" rtl="0">
            <a:lnSpc>
              <a:spcPct val="90000"/>
            </a:lnSpc>
            <a:spcBef>
              <a:spcPct val="0"/>
            </a:spcBef>
            <a:spcAft>
              <a:spcPct val="35000"/>
            </a:spcAft>
            <a:buNone/>
          </a:pPr>
          <a:r>
            <a:rPr lang="de-DE" sz="1300" kern="1200" noProof="0" dirty="0"/>
            <a:t>Titel</a:t>
          </a:r>
        </a:p>
      </dsp:txBody>
      <dsp:txXfrm>
        <a:off x="2475889" y="1958102"/>
        <a:ext cx="1854606" cy="435133"/>
      </dsp:txXfrm>
    </dsp:sp>
    <dsp:sp modelId="{FEBD3C2A-A340-470A-A475-AE614EA07678}">
      <dsp:nvSpPr>
        <dsp:cNvPr id="0" name=""/>
        <dsp:cNvSpPr/>
      </dsp:nvSpPr>
      <dsp:spPr>
        <a:xfrm>
          <a:off x="1857687" y="2828369"/>
          <a:ext cx="3091011" cy="1522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99060" rIns="0" bIns="0" numCol="1" spcCol="1270" rtlCol="0" anchor="t" anchorCtr="1">
          <a:noAutofit/>
        </a:bodyPr>
        <a:lstStyle/>
        <a:p>
          <a:pPr marL="0" lvl="0" indent="0" algn="ctr" defTabSz="577850" rtl="0">
            <a:lnSpc>
              <a:spcPct val="90000"/>
            </a:lnSpc>
            <a:spcBef>
              <a:spcPct val="0"/>
            </a:spcBef>
            <a:spcAft>
              <a:spcPct val="35000"/>
            </a:spcAft>
            <a:buNone/>
          </a:pPr>
          <a:r>
            <a:rPr lang="de-DE" sz="1300" b="0" i="0" u="none" kern="1200" noProof="0" dirty="0"/>
            <a:t>Um die Referentenansicht anzuzeigen, wählen Sie in der Diashow-Ansicht in der Steuerleiste unten links die drei Punkte aus, und klicken Sie dann auf „Referentenansicht anzeigen“. </a:t>
          </a:r>
          <a:endParaRPr lang="de-DE" sz="1300" kern="1200" noProof="0" dirty="0"/>
        </a:p>
      </dsp:txBody>
      <dsp:txXfrm>
        <a:off x="1857687" y="2828369"/>
        <a:ext cx="3091011" cy="1522968"/>
      </dsp:txXfrm>
    </dsp:sp>
    <dsp:sp modelId="{080474C8-0FEA-4FD1-97F1-0978CFB4A37F}">
      <dsp:nvSpPr>
        <dsp:cNvPr id="0" name=""/>
        <dsp:cNvSpPr/>
      </dsp:nvSpPr>
      <dsp:spPr>
        <a:xfrm>
          <a:off x="3403193" y="2393235"/>
          <a:ext cx="0" cy="348107"/>
        </a:xfrm>
        <a:prstGeom prst="line">
          <a:avLst/>
        </a:prstGeom>
        <a:noFill/>
        <a:ln w="6350" cap="flat" cmpd="sng" algn="ctr">
          <a:solidFill>
            <a:schemeClr val="accent4"/>
          </a:solidFill>
          <a:prstDash val="dash"/>
          <a:miter lim="800000"/>
        </a:ln>
        <a:effectLst/>
      </dsp:spPr>
      <dsp:style>
        <a:lnRef idx="1">
          <a:scrgbClr r="0" g="0" b="0"/>
        </a:lnRef>
        <a:fillRef idx="0">
          <a:scrgbClr r="0" g="0" b="0"/>
        </a:fillRef>
        <a:effectRef idx="0">
          <a:scrgbClr r="0" g="0" b="0"/>
        </a:effectRef>
        <a:fontRef idx="minor"/>
      </dsp:style>
    </dsp:sp>
    <dsp:sp modelId="{4797FB61-2602-4A58-81E6-6F133DB1E419}">
      <dsp:nvSpPr>
        <dsp:cNvPr id="0" name=""/>
        <dsp:cNvSpPr/>
      </dsp:nvSpPr>
      <dsp:spPr>
        <a:xfrm>
          <a:off x="3359679" y="2741342"/>
          <a:ext cx="87026" cy="87026"/>
        </a:xfrm>
        <a:prstGeom prst="ellipse">
          <a:avLst/>
        </a:prstGeom>
        <a:solidFill>
          <a:schemeClr val="accent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D82041D-873A-4600-A9C7-C0A0ADFB138B}">
      <dsp:nvSpPr>
        <dsp:cNvPr id="0" name=""/>
        <dsp:cNvSpPr/>
      </dsp:nvSpPr>
      <dsp:spPr>
        <a:xfrm>
          <a:off x="4330496" y="1958102"/>
          <a:ext cx="1854606" cy="435133"/>
        </a:xfrm>
        <a:prstGeom prst="rect">
          <a:avLst/>
        </a:prstGeom>
        <a:solidFill>
          <a:schemeClr val="accent5"/>
        </a:solidFill>
        <a:ln w="12700" cap="flat" cmpd="sng" algn="ctr">
          <a:solidFill>
            <a:schemeClr val="accent5"/>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rtlCol="0" anchor="ctr" anchorCtr="1">
          <a:noAutofit/>
        </a:bodyPr>
        <a:lstStyle/>
        <a:p>
          <a:pPr marL="0" lvl="0" indent="0" algn="ctr" defTabSz="577850" rtl="0">
            <a:lnSpc>
              <a:spcPct val="90000"/>
            </a:lnSpc>
            <a:spcBef>
              <a:spcPct val="0"/>
            </a:spcBef>
            <a:spcAft>
              <a:spcPct val="35000"/>
            </a:spcAft>
            <a:buNone/>
          </a:pPr>
          <a:r>
            <a:rPr lang="de-DE" sz="1300" kern="1200" noProof="0" dirty="0"/>
            <a:t>Titel</a:t>
          </a:r>
        </a:p>
      </dsp:txBody>
      <dsp:txXfrm>
        <a:off x="4330496" y="1958102"/>
        <a:ext cx="1854606" cy="435133"/>
      </dsp:txXfrm>
    </dsp:sp>
    <dsp:sp modelId="{80CDBBF8-C6B4-4166-87C1-DC9120CC7586}">
      <dsp:nvSpPr>
        <dsp:cNvPr id="0" name=""/>
        <dsp:cNvSpPr/>
      </dsp:nvSpPr>
      <dsp:spPr>
        <a:xfrm>
          <a:off x="3712294" y="0"/>
          <a:ext cx="3091011" cy="1522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99060" numCol="1" spcCol="1270" rtlCol="0" anchor="b" anchorCtr="1">
          <a:noAutofit/>
        </a:bodyPr>
        <a:lstStyle/>
        <a:p>
          <a:pPr marL="0" lvl="0" indent="0" algn="ctr" defTabSz="577850" rtl="0">
            <a:lnSpc>
              <a:spcPct val="90000"/>
            </a:lnSpc>
            <a:spcBef>
              <a:spcPct val="0"/>
            </a:spcBef>
            <a:spcAft>
              <a:spcPct val="35000"/>
            </a:spcAft>
            <a:buNone/>
          </a:pPr>
          <a:r>
            <a:rPr lang="de-DE" sz="1300" b="0" i="0" u="none" kern="1200" noProof="0" dirty="0"/>
            <a:t>Während Ihrer Präsentation sind die Sprechernotizen auf Ihrem Monitor sichtbar, für das Publikum jedoch nicht sichtbar. </a:t>
          </a:r>
          <a:endParaRPr lang="de-DE" sz="1300" kern="1200" noProof="0" dirty="0"/>
        </a:p>
      </dsp:txBody>
      <dsp:txXfrm>
        <a:off x="3712294" y="0"/>
        <a:ext cx="3091011" cy="1522968"/>
      </dsp:txXfrm>
    </dsp:sp>
    <dsp:sp modelId="{89759DE5-9F8A-470E-A6D8-F13BB4DEE93D}">
      <dsp:nvSpPr>
        <dsp:cNvPr id="0" name=""/>
        <dsp:cNvSpPr/>
      </dsp:nvSpPr>
      <dsp:spPr>
        <a:xfrm>
          <a:off x="5257799" y="1609995"/>
          <a:ext cx="0" cy="348107"/>
        </a:xfrm>
        <a:prstGeom prst="line">
          <a:avLst/>
        </a:prstGeom>
        <a:noFill/>
        <a:ln w="6350" cap="flat" cmpd="sng" algn="ctr">
          <a:solidFill>
            <a:schemeClr val="accent5"/>
          </a:solidFill>
          <a:prstDash val="dash"/>
          <a:miter lim="800000"/>
        </a:ln>
        <a:effectLst/>
      </dsp:spPr>
      <dsp:style>
        <a:lnRef idx="1">
          <a:scrgbClr r="0" g="0" b="0"/>
        </a:lnRef>
        <a:fillRef idx="0">
          <a:scrgbClr r="0" g="0" b="0"/>
        </a:fillRef>
        <a:effectRef idx="0">
          <a:scrgbClr r="0" g="0" b="0"/>
        </a:effectRef>
        <a:fontRef idx="minor"/>
      </dsp:style>
    </dsp:sp>
    <dsp:sp modelId="{07CCF286-8B46-4A20-ACAC-84BA2D6EFBBC}">
      <dsp:nvSpPr>
        <dsp:cNvPr id="0" name=""/>
        <dsp:cNvSpPr/>
      </dsp:nvSpPr>
      <dsp:spPr>
        <a:xfrm>
          <a:off x="5214286" y="1522968"/>
          <a:ext cx="87026" cy="87026"/>
        </a:xfrm>
        <a:prstGeom prst="ellipse">
          <a:avLst/>
        </a:prstGeom>
        <a:solidFill>
          <a:schemeClr val="accent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A687F1E-592A-4A16-9630-0E0C2D82BDEC}">
      <dsp:nvSpPr>
        <dsp:cNvPr id="0" name=""/>
        <dsp:cNvSpPr/>
      </dsp:nvSpPr>
      <dsp:spPr>
        <a:xfrm>
          <a:off x="6185103" y="1958102"/>
          <a:ext cx="1854606" cy="435133"/>
        </a:xfrm>
        <a:prstGeom prst="rect">
          <a:avLst/>
        </a:prstGeom>
        <a:solidFill>
          <a:schemeClr val="accent6"/>
        </a:solidFill>
        <a:ln w="12700" cap="flat" cmpd="sng" algn="ctr">
          <a:solidFill>
            <a:schemeClr val="accent6"/>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rtlCol="0" anchor="ctr" anchorCtr="1">
          <a:noAutofit/>
        </a:bodyPr>
        <a:lstStyle/>
        <a:p>
          <a:pPr marL="0" lvl="0" indent="0" algn="ctr" defTabSz="577850" rtl="0">
            <a:lnSpc>
              <a:spcPct val="90000"/>
            </a:lnSpc>
            <a:spcBef>
              <a:spcPct val="0"/>
            </a:spcBef>
            <a:spcAft>
              <a:spcPct val="35000"/>
            </a:spcAft>
            <a:buNone/>
          </a:pPr>
          <a:r>
            <a:rPr lang="de-DE" sz="1300" kern="1200" noProof="0" dirty="0"/>
            <a:t>Titel</a:t>
          </a:r>
        </a:p>
      </dsp:txBody>
      <dsp:txXfrm>
        <a:off x="6185103" y="1958102"/>
        <a:ext cx="1854606" cy="435133"/>
      </dsp:txXfrm>
    </dsp:sp>
    <dsp:sp modelId="{36210ACA-E081-40B5-87EC-500863B13ADD}">
      <dsp:nvSpPr>
        <dsp:cNvPr id="0" name=""/>
        <dsp:cNvSpPr/>
      </dsp:nvSpPr>
      <dsp:spPr>
        <a:xfrm>
          <a:off x="5566901" y="2828369"/>
          <a:ext cx="3091011" cy="1522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99060" rIns="0" bIns="0" numCol="1" spcCol="1270" rtlCol="0" anchor="t" anchorCtr="1">
          <a:noAutofit/>
        </a:bodyPr>
        <a:lstStyle/>
        <a:p>
          <a:pPr marL="0" lvl="0" indent="0" algn="ctr" defTabSz="577850" rtl="0">
            <a:lnSpc>
              <a:spcPct val="90000"/>
            </a:lnSpc>
            <a:spcBef>
              <a:spcPct val="0"/>
            </a:spcBef>
            <a:spcAft>
              <a:spcPct val="35000"/>
            </a:spcAft>
            <a:buNone/>
          </a:pPr>
          <a:r>
            <a:rPr lang="de-DE" sz="1300" b="0" i="0" u="none" kern="1200" noProof="0" dirty="0"/>
            <a:t>Der Notizenbereich ist ein Feld, das unter jeder Folie angezeigt wird. Tippen Sie darauf, um Notizen hinzuzufügen. </a:t>
          </a:r>
          <a:endParaRPr lang="de-DE" sz="1300" kern="1200" noProof="0" dirty="0"/>
        </a:p>
      </dsp:txBody>
      <dsp:txXfrm>
        <a:off x="5566901" y="2828369"/>
        <a:ext cx="3091011" cy="1522968"/>
      </dsp:txXfrm>
    </dsp:sp>
    <dsp:sp modelId="{EA3C7446-024E-4EEF-BED4-FFB1F2246CF3}">
      <dsp:nvSpPr>
        <dsp:cNvPr id="0" name=""/>
        <dsp:cNvSpPr/>
      </dsp:nvSpPr>
      <dsp:spPr>
        <a:xfrm>
          <a:off x="7112406" y="2393235"/>
          <a:ext cx="0" cy="348107"/>
        </a:xfrm>
        <a:prstGeom prst="line">
          <a:avLst/>
        </a:prstGeom>
        <a:noFill/>
        <a:ln w="6350" cap="flat" cmpd="sng" algn="ctr">
          <a:solidFill>
            <a:schemeClr val="accent6"/>
          </a:solidFill>
          <a:prstDash val="dash"/>
          <a:miter lim="800000"/>
        </a:ln>
        <a:effectLst/>
      </dsp:spPr>
      <dsp:style>
        <a:lnRef idx="1">
          <a:scrgbClr r="0" g="0" b="0"/>
        </a:lnRef>
        <a:fillRef idx="0">
          <a:scrgbClr r="0" g="0" b="0"/>
        </a:fillRef>
        <a:effectRef idx="0">
          <a:scrgbClr r="0" g="0" b="0"/>
        </a:effectRef>
        <a:fontRef idx="minor"/>
      </dsp:style>
    </dsp:sp>
    <dsp:sp modelId="{FDC60305-8FBB-44FD-9B53-CDBFE9F7FDD0}">
      <dsp:nvSpPr>
        <dsp:cNvPr id="0" name=""/>
        <dsp:cNvSpPr/>
      </dsp:nvSpPr>
      <dsp:spPr>
        <a:xfrm>
          <a:off x="7068893" y="2741342"/>
          <a:ext cx="87026" cy="87026"/>
        </a:xfrm>
        <a:prstGeom prst="ellipse">
          <a:avLst/>
        </a:prstGeom>
        <a:solidFill>
          <a:schemeClr val="accent6"/>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54E50C8-30CD-4A49-B6D7-34D9AB2A3043}">
      <dsp:nvSpPr>
        <dsp:cNvPr id="0" name=""/>
        <dsp:cNvSpPr/>
      </dsp:nvSpPr>
      <dsp:spPr>
        <a:xfrm rot="5400000">
          <a:off x="8749446" y="1248365"/>
          <a:ext cx="435133" cy="1854606"/>
        </a:xfrm>
        <a:prstGeom prst="round2SameRect">
          <a:avLst/>
        </a:prstGeom>
        <a:solidFill>
          <a:schemeClr val="accent6">
            <a:lumMod val="7500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rtlCol="0" anchor="ctr" anchorCtr="1">
          <a:noAutofit/>
        </a:bodyPr>
        <a:lstStyle/>
        <a:p>
          <a:pPr marL="0" lvl="0" indent="0" algn="ctr" defTabSz="577850" rtl="0">
            <a:lnSpc>
              <a:spcPct val="90000"/>
            </a:lnSpc>
            <a:spcBef>
              <a:spcPct val="0"/>
            </a:spcBef>
            <a:spcAft>
              <a:spcPct val="35000"/>
            </a:spcAft>
            <a:buNone/>
          </a:pPr>
          <a:r>
            <a:rPr lang="de-DE" sz="1300" kern="1200" noProof="0" dirty="0"/>
            <a:t>Titel</a:t>
          </a:r>
        </a:p>
      </dsp:txBody>
      <dsp:txXfrm rot="-5400000">
        <a:off x="8039710" y="1979343"/>
        <a:ext cx="1833365" cy="392651"/>
      </dsp:txXfrm>
    </dsp:sp>
    <dsp:sp modelId="{9679B796-2B40-4D87-8578-52BF0C29AEB4}">
      <dsp:nvSpPr>
        <dsp:cNvPr id="0" name=""/>
        <dsp:cNvSpPr/>
      </dsp:nvSpPr>
      <dsp:spPr>
        <a:xfrm>
          <a:off x="7421507" y="0"/>
          <a:ext cx="3091011" cy="1522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99060" numCol="1" spcCol="1270" rtlCol="0" anchor="b" anchorCtr="1">
          <a:noAutofit/>
        </a:bodyPr>
        <a:lstStyle/>
        <a:p>
          <a:pPr marL="0" lvl="0" indent="0" algn="ctr" defTabSz="577850" rtl="0">
            <a:lnSpc>
              <a:spcPct val="90000"/>
            </a:lnSpc>
            <a:spcBef>
              <a:spcPct val="0"/>
            </a:spcBef>
            <a:spcAft>
              <a:spcPct val="35000"/>
            </a:spcAft>
            <a:buNone/>
          </a:pPr>
          <a:r>
            <a:rPr lang="de-DE" sz="1300" b="0" i="0" u="none" kern="1200" noProof="0" dirty="0"/>
            <a:t>Wenn der Notizenbereich nicht angezeigt wird oder vollständig minimiert ist, klicken Sie in der Taskleiste unten im PowerPoint-Fenster auf „Notizen“. </a:t>
          </a:r>
          <a:endParaRPr lang="de-DE" sz="1300" kern="1200" noProof="0" dirty="0"/>
        </a:p>
      </dsp:txBody>
      <dsp:txXfrm>
        <a:off x="7421507" y="0"/>
        <a:ext cx="3091011" cy="1522968"/>
      </dsp:txXfrm>
    </dsp:sp>
    <dsp:sp modelId="{894318B2-70C4-403D-BE3D-359CAB62002A}">
      <dsp:nvSpPr>
        <dsp:cNvPr id="0" name=""/>
        <dsp:cNvSpPr/>
      </dsp:nvSpPr>
      <dsp:spPr>
        <a:xfrm>
          <a:off x="8967013" y="1609995"/>
          <a:ext cx="0" cy="348107"/>
        </a:xfrm>
        <a:prstGeom prst="line">
          <a:avLst/>
        </a:prstGeom>
        <a:noFill/>
        <a:ln w="6350" cap="flat" cmpd="sng" algn="ctr">
          <a:solidFill>
            <a:schemeClr val="accent6">
              <a:lumMod val="75000"/>
            </a:schemeClr>
          </a:solidFill>
          <a:prstDash val="dash"/>
          <a:miter lim="800000"/>
        </a:ln>
        <a:effectLst/>
      </dsp:spPr>
      <dsp:style>
        <a:lnRef idx="1">
          <a:scrgbClr r="0" g="0" b="0"/>
        </a:lnRef>
        <a:fillRef idx="0">
          <a:scrgbClr r="0" g="0" b="0"/>
        </a:fillRef>
        <a:effectRef idx="0">
          <a:scrgbClr r="0" g="0" b="0"/>
        </a:effectRef>
        <a:fontRef idx="minor"/>
      </dsp:style>
    </dsp:sp>
    <dsp:sp modelId="{C2518668-97A8-402E-BC0D-09AE8E2ABBE2}">
      <dsp:nvSpPr>
        <dsp:cNvPr id="0" name=""/>
        <dsp:cNvSpPr/>
      </dsp:nvSpPr>
      <dsp:spPr>
        <a:xfrm>
          <a:off x="8923500" y="1522968"/>
          <a:ext cx="87026" cy="87026"/>
        </a:xfrm>
        <a:prstGeom prst="ellipse">
          <a:avLst/>
        </a:prstGeom>
        <a:solidFill>
          <a:schemeClr val="accent6">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RoundedRectangleTimeline">
  <dgm:title val="Rechteck-Zeitachse mit abgerundeten Ecken"/>
  <dgm:desc val="Verwenden Sie diese Option, um eine Liste von Ereignissen in chronologischer Reihenfolge darzustellen. Ein unsichtbares Feld enthält die Beschreibung, während das Datum jeweils in Rechtecken angezeigt wird, mit Ausnahme des ersten und letzten Knotens. Hier weisen die Rechtecke abgerundete Ecken auf. Es kann eine große Textmenge mit einem längeren deskriptiven Datumsformat angezeigt werden."/>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parent" val="18"/>
      <dgm:constr type="primFontSz" for="des" forName="Childtext" val="18"/>
      <dgm:constr type="primFontSz" for="des" forName="Childtext" refType="primFontSz" refFor="des" refForName="parent" op="lte"/>
      <dgm:constr type="w" for="ch" forName="composite" refType="w"/>
      <dgm:constr type="h" for="ch" forName="composite" refType="h"/>
      <dgm:constr type="w" for="ch" forName="spaceBetweenRectangles" refType="w" refFor="ch" refForName="composite" fact="-0.4"/>
      <dgm:constr type="w" for="ch" ptType="sibTrans" op="equ"/>
      <dgm:constr type="primFontSz" for="des" forName="parent" op="equ"/>
      <dgm:constr type="primFontSz" for="des" forName="Childtext" op="equ"/>
      <dgm:constr type="primFontSz" for="des" forName="parent1" val="18"/>
      <dgm:constr type="primFontSz" for="des" forName="Childtext1" val="18"/>
      <dgm:constr type="primFontSz" for="des" forName="Childtext1" refType="primFontSz" refFor="des" refForName="parent1" op="lte"/>
      <dgm:constr type="w" for="ch" forName="composite1" refType="w"/>
      <dgm:constr type="h" for="ch" forName="composite1" refType="h"/>
      <dgm:constr type="w" for="ch" forName="spaceBetweenRectangles1" refType="w" refFor="ch" refForName="composite1" fact="-0.4"/>
      <dgm:constr type="primFontSz" for="des" forName="parent1" op="equ"/>
      <dgm:constr type="primFontSz" for="des" forName="Childtext1" op="equ"/>
    </dgm:constrLst>
    <dgm:choose name="layoutByNodeCnt">
      <dgm:if name="twoOrLessNodes" axis="ch" ptType="node" func="cnt" op="lte" val="2">
        <dgm:forEach name="nodesForEach" axis="ch" ptType="node">
          <dgm:layoutNode name="composite">
            <dgm:alg type="composite"/>
            <dgm:shape xmlns:r="http://schemas.openxmlformats.org/officeDocument/2006/relationships" r:blip="">
              <dgm:adjLst/>
            </dgm:shape>
            <dgm:choose name="casesForFirstAndLastNode1">
              <dgm:if name="startNode1" axis="self" ptType="node" func="pos" op="equ" val="1">
                <dgm:choose name="removeLineWhenOnlyOneNode1">
                  <dgm:if name="ifOnlyOneNode1" axis="followSib" ptType="node" func="cnt" op="equ" val="0">
                    <dgm:constrLst>
                      <dgm:constr type="w" for="ch" forName="parent" refType="w" fact="0.95"/>
                      <dgm:constr type="l" for="ch" forName="parent" refType="w" fact="0.025"/>
                      <dgm:constr type="t" for="ch" forName="parent" refType="h" fact="0.45"/>
                      <dgm:constr type="h" for="ch" forName="parent" refType="h" fact="0.1"/>
                      <dgm:constr type="l" for="ch" forName="Childtext" refType="w" fact="0.025"/>
                      <dgm:constr type="w" for="ch" forName="Childtext" refType="w" fact="0.95"/>
                      <dgm:constr type="h" for="ch" forName="Childtext" refType="h" fact="0.35"/>
                      <dgm:constr type="w" for="ch" forName="ConnectLine"/>
                      <dgm:constr type="h" for="ch" forName="ConnectLine" refType="h" fact="0.08"/>
                      <dgm:constr type="t" for="ch" forName="ConnectLine" refType="h" fact="0.37"/>
                      <dgm:constr type="ctrX" for="ch" forName="ConnectLine" refType="w" fact="0.5"/>
                      <dgm:constr type="w" for="ch" forName="ConnectLineEnd" refType="h" fact="0.02"/>
                      <dgm:constr type="h" for="ch" forName="ConnectLineEnd" refType="h" fact="0.02"/>
                      <dgm:constr type="t" for="ch" forName="ConnectLineEnd" refType="h" fact="0.35"/>
                      <dgm:constr type="ctrX" for="ch" forName="ConnectLineEnd" refType="w" fact="0.5"/>
                      <dgm:constr type="w" for="ch" forName="EmptyPane" refType="w"/>
                      <dgm:constr type="t" for="ch" forName="EmptyPane" refType="h" fact="0.55"/>
                      <dgm:constr type="h" for="ch" forName="EmptyPane" refType="h" fact="0.45"/>
                    </dgm:constrLst>
                  </dgm:if>
                  <dgm:else name="ifMoreThanOneNode1">
                    <dgm:constrLst>
                      <dgm:constr type="w" for="ch" forName="parent" refType="w" fact="0.6"/>
                      <dgm:constr type="l" for="ch" forName="parent" refType="w" fact="0.2"/>
                      <dgm:constr type="t" for="ch" forName="parent" refType="h" fact="0.45"/>
                      <dgm:constr type="h" for="ch" forName="parent" refType="h" fact="0.1"/>
                      <dgm:constr type="l" for="ch" forName="Childtext" refType="w" fact="0.2"/>
                      <dgm:constr type="w" for="ch" forName="Childtext" refType="w" fact="0.6"/>
                      <dgm:constr type="h" for="ch" forName="Childtext" refType="h" fact="0.35"/>
                      <dgm:constr type="w" for="ch" forName="ConnectLine"/>
                      <dgm:constr type="h" for="ch" forName="ConnectLine" refType="h" fact="0.08"/>
                      <dgm:constr type="t" for="ch" forName="ConnectLine" refType="h" fact="0.37"/>
                      <dgm:constr type="ctrX" for="ch" forName="ConnectLine" refType="w" fact="0.5"/>
                      <dgm:constr type="w" for="ch" forName="ConnectLineEnd" refType="h" fact="0.02"/>
                      <dgm:constr type="h" for="ch" forName="ConnectLineEnd" refType="h" fact="0.02"/>
                      <dgm:constr type="t" for="ch" forName="ConnectLineEnd" refType="h" fact="0.35"/>
                      <dgm:constr type="ctrX" for="ch" forName="ConnectLineEnd" refType="w" fact="0.5"/>
                      <dgm:constr type="w" for="ch" forName="EmptyPane" refType="w"/>
                      <dgm:constr type="t" for="ch" forName="EmptyPane" refType="h" fact="0.55"/>
                      <dgm:constr type="h" for="ch" forName="EmptyPane" refType="h" fact="0.45"/>
                    </dgm:constrLst>
                  </dgm:else>
                </dgm:choose>
              </dgm:if>
              <dgm:else name="notStartNode1">
                <dgm:constrLst>
                  <dgm:constr type="w" for="ch" forName="parent" refType="w" fact="0.6"/>
                  <dgm:constr type="l" for="ch" forName="parent" refType="w" fact="0.2"/>
                  <dgm:constr type="t" for="ch" forName="parent" refType="h" fact="0.45"/>
                  <dgm:constr type="h" for="ch" forName="parent" refType="h" fact="0.1"/>
                  <dgm:constr type="l" for="ch" forName="Childtext" refType="w" fact="0.2"/>
                  <dgm:constr type="w" for="ch" forName="Childtext" refType="w" fact="0.6"/>
                  <dgm:constr type="h" for="ch" forName="Childtext" refType="h" fact="0.35"/>
                  <dgm:constr type="t" for="ch" forName="Childtext" refType="h" fact="0.65"/>
                  <dgm:constr type="w" for="ch" forName="ConnectLine"/>
                  <dgm:constr type="h" for="ch" forName="ConnectLine" refType="h" fact="0.08"/>
                  <dgm:constr type="t" for="ch" forName="ConnectLine" refType="h" fact="0.55"/>
                  <dgm:constr type="ctrX" for="ch" forName="ConnectLine" refType="w" fact="0.5"/>
                  <dgm:constr type="w" for="ch" forName="ConnectLineEnd" refType="h" fact="0.02"/>
                  <dgm:constr type="h" for="ch" forName="ConnectLineEnd" refType="h" fact="0.02"/>
                  <dgm:constr type="b" for="ch" forName="ConnectLineEnd" refType="h" fact="0.65"/>
                  <dgm:constr type="ctrX" for="ch" forName="ConnectLineEnd" refType="w" fact="0.5"/>
                  <dgm:constr type="w" for="ch" forName="EmptyPane" refType="w"/>
                  <dgm:constr type="h" for="ch" forName="EmptyPane" refType="h" fact="0.45"/>
                </dgm:constrLst>
              </dgm:else>
            </dgm:choose>
            <dgm:layoutNode name="parent" styleLbl="alignNode1">
              <dgm:varLst>
                <dgm:chMax val="1"/>
                <dgm:chPref val="1"/>
                <dgm:bulletEnabled val="1"/>
              </dgm:varLst>
              <dgm:alg type="tx">
                <dgm:param type="txAnchorHorz" val="ctr"/>
                <dgm:param type="txAnchorVert" val="mid"/>
                <dgm:param type="parTxLTRAlign" val="ctr"/>
                <dgm:param type="parTxRTLAlign" val="ctr"/>
              </dgm:alg>
              <dgm:choose name="casesForFirstAndLastNode">
                <dgm:if name="startNode" axis="self" ptType="node" func="pos" op="equ" val="1">
                  <dgm:choose name="removeLineWhenOnlyOneNode">
                    <dgm:if name="ifOnlyOneNode" axis="followSib" ptType="node" func="cnt" op="equ" val="0">
                      <dgm:shape xmlns:r="http://schemas.openxmlformats.org/officeDocument/2006/relationships" type="roundRect" r:blip="">
                        <dgm:adjLst/>
                      </dgm:shape>
                    </dgm:if>
                    <dgm:else name="ifMoreThanOneNode">
                      <dgm:choose name="Name18">
                        <dgm:if name="Name19" func="var" arg="dir" op="equ" val="norm">
                          <dgm:shape xmlns:r="http://schemas.openxmlformats.org/officeDocument/2006/relationships" rot="-90" type="round2SameRect" r:blip="">
                            <dgm:adjLst/>
                          </dgm:shape>
                        </dgm:if>
                        <dgm:else name="Name20">
                          <dgm:shape xmlns:r="http://schemas.openxmlformats.org/officeDocument/2006/relationships" rot="90" type="round2SameRect" r:blip="">
                            <dgm:adjLst/>
                          </dgm:shape>
                        </dgm:else>
                      </dgm:choose>
                    </dgm:else>
                  </dgm:choose>
                </dgm:if>
                <dgm:else name="notStartNode">
                  <dgm:choose name="Name22">
                    <dgm:if name="Name23" axis="self" ptType="node" func="revPos" op="equ" val="1">
                      <dgm:choose name="Name24">
                        <dgm:if name="Name25" func="var" arg="dir" op="equ" val="norm">
                          <dgm:shape xmlns:r="http://schemas.openxmlformats.org/officeDocument/2006/relationships" rot="90" type="round2SameRect" r:blip="">
                            <dgm:adjLst/>
                          </dgm:shape>
                        </dgm:if>
                        <dgm:else name="Name26">
                          <dgm:shape xmlns:r="http://schemas.openxmlformats.org/officeDocument/2006/relationships" rot="-90" type="round2SameRect" r:blip="">
                            <dgm:adjLst/>
                          </dgm:shape>
                        </dgm:else>
                      </dgm:choose>
                    </dgm:if>
                    <dgm:else name="Name27">
                      <dgm:shape xmlns:r="http://schemas.openxmlformats.org/officeDocument/2006/relationships" type="rect" r:blip="">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 styleLbl="revTx">
              <dgm:varLst>
                <dgm:bulletEnabled val="1"/>
              </dgm:varLst>
              <dgm:choose name="casesForTxtDirLogic">
                <dgm:if name="Name77" axis="self" ptType="node" func="posOdd" op="equ" val="1">
                  <dgm:alg type="tx">
                    <dgm:param type="txAnchorVert" val="b"/>
                    <dgm:param type="txAnchorHorz" val="ctr"/>
                    <dgm:param type="parTxLTRAlign" val="ctr"/>
                    <dgm:param type="parTxRTLAlign" val="ctr"/>
                  </dgm:alg>
                  <dgm:constrLst>
                    <dgm:constr type="lMarg"/>
                    <dgm:constr type="rMarg"/>
                    <dgm:constr type="tMarg"/>
                    <dgm:constr type="bMarg" refType="primFontSz" fact="0.6"/>
                  </dgm:constrLst>
                </dgm:if>
                <dgm:else name="Name88">
                  <dgm:alg type="tx">
                    <dgm:param type="txAnchorVert" val="t"/>
                    <dgm:param type="txAnchorHorz" val="ctr"/>
                    <dgm:param type="parTxLTRAlign" val="ctr"/>
                    <dgm:param type="parTxRTLAlign" val="ctr"/>
                  </dgm:alg>
                  <dgm:constrLst>
                    <dgm:constr type="lMarg"/>
                    <dgm:constr type="rMarg"/>
                    <dgm:constr type="tMarg" refType="primFontSz" fact="0.6"/>
                    <dgm:constr type="bMarg"/>
                  </dgm:constrLst>
                </dgm:else>
              </dgm:choose>
              <dgm:shape xmlns:r="http://schemas.openxmlformats.org/officeDocument/2006/relationships" type="rect" r:blip="">
                <dgm:adjLst/>
              </dgm:shape>
              <dgm:presOf axis="ch" ptType="node"/>
              <dgm:ruleLst>
                <dgm:rule type="primFontSz" val="11" fact="NaN" max="NaN"/>
              </dgm:ruleLst>
            </dgm:layoutNode>
            <dgm:layoutNode name="ConnectLine" styleLbl="sibTrans1D1">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LineEnd" styleLbl="lnNode1">
              <dgm:alg type="sp"/>
              <dgm:shape xmlns:r="http://schemas.openxmlformats.org/officeDocument/2006/relationships" type="ellipse" r:blip="">
                <dgm:adjLst/>
              </dgm:shape>
              <dgm:presOf/>
              <dgm:constrLst/>
            </dgm:layoutNode>
            <dgm:layoutNode name="EmptyPane">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if>
      <dgm:else name="moreThanTwoNodes">
        <dgm:forEach name="nodesForEach1" axis="ch" ptType="node">
          <dgm:layoutNode name="composite1">
            <dgm:alg type="composite"/>
            <dgm:shape xmlns:r="http://schemas.openxmlformats.org/officeDocument/2006/relationships" r:blip="">
              <dgm:adjLst/>
            </dgm:shape>
            <dgm:choose name="casesForSnakingLogic21">
              <dgm:if name="oddNode21" axis="self" ptType="node" func="posOdd" op="equ" val="1">
                <dgm:constrLst>
                  <dgm:constr type="w" for="ch" forName="parent1" refType="w" fact="0.6"/>
                  <dgm:constr type="l" for="ch" forName="parent1" refType="w" fact="0.2"/>
                  <dgm:constr type="t" for="ch" forName="parent1" refType="h" fact="0.45"/>
                  <dgm:constr type="h" for="ch" forName="parent1" refType="h" fact="0.1"/>
                  <dgm:constr type="w" for="ch" forName="Childtext1" refType="w"/>
                  <dgm:constr type="h" for="ch" forName="Childtext1" refType="h" fact="0.35"/>
                  <dgm:constr type="w" for="ch" forName="ConnectLine1"/>
                  <dgm:constr type="h" for="ch" forName="ConnectLine1" refType="h" fact="0.08"/>
                  <dgm:constr type="t" for="ch" forName="ConnectLine1" refType="h" fact="0.37"/>
                  <dgm:constr type="ctrX" for="ch" forName="ConnectLine1" refType="w" fact="0.5"/>
                  <dgm:constr type="w" for="ch" forName="ConnectLineEnd1" refType="h" fact="0.02"/>
                  <dgm:constr type="h" for="ch" forName="ConnectLineEnd1" refType="h" fact="0.02"/>
                  <dgm:constr type="t" for="ch" forName="ConnectLineEnd1" refType="h" fact="0.35"/>
                  <dgm:constr type="ctrX" for="ch" forName="ConnectLineEnd1" refType="w" fact="0.5"/>
                  <dgm:constr type="w" for="ch" forName="EmptyPane1" refType="w"/>
                  <dgm:constr type="t" for="ch" forName="EmptyPane1" refType="h" fact="0.55"/>
                  <dgm:constr type="h" for="ch" forName="EmptyPane1" refType="h" fact="0.45"/>
                </dgm:constrLst>
              </dgm:if>
              <dgm:else name="evenNode2">
                <dgm:constrLst>
                  <dgm:constr type="w" for="ch" forName="parent1" refType="w" fact="0.6"/>
                  <dgm:constr type="l" for="ch" forName="parent1" refType="w" fact="0.2"/>
                  <dgm:constr type="t" for="ch" forName="parent1" refType="h" fact="0.45"/>
                  <dgm:constr type="h" for="ch" forName="parent1" refType="h" fact="0.1"/>
                  <dgm:constr type="w" for="ch" forName="Childtext1" refType="w"/>
                  <dgm:constr type="h" for="ch" forName="Childtext1" refType="h" fact="0.35"/>
                  <dgm:constr type="t" for="ch" forName="Childtext1" refType="h" fact="0.65"/>
                  <dgm:constr type="w" for="ch" forName="ConnectLine1"/>
                  <dgm:constr type="h" for="ch" forName="ConnectLine1" refType="h" fact="0.08"/>
                  <dgm:constr type="t" for="ch" forName="ConnectLine1" refType="h" fact="0.55"/>
                  <dgm:constr type="ctrX" for="ch" forName="ConnectLine1" refType="w" fact="0.5"/>
                  <dgm:constr type="w" for="ch" forName="ConnectLineEnd1" refType="h" fact="0.02"/>
                  <dgm:constr type="h" for="ch" forName="ConnectLineEnd1" refType="h" fact="0.02"/>
                  <dgm:constr type="b" for="ch" forName="ConnectLineEnd1" refType="h" fact="0.65"/>
                  <dgm:constr type="ctrX" for="ch" forName="ConnectLineEnd1" refType="w" fact="0.5"/>
                  <dgm:constr type="w" for="ch" forName="EmptyPane1" refType="w"/>
                  <dgm:constr type="h" for="ch" forName="EmptyPane1" refType="h" fact="0.45"/>
                </dgm:constrLst>
              </dgm:else>
            </dgm:choose>
            <dgm:layoutNode name="parent1" styleLbl="alignNode1">
              <dgm:varLst>
                <dgm:chMax val="1"/>
                <dgm:chPref val="1"/>
                <dgm:bulletEnabled val="1"/>
              </dgm:varLst>
              <dgm:alg type="tx">
                <dgm:param type="txAnchorHorz" val="ctr"/>
                <dgm:param type="txAnchorVert" val="mid"/>
                <dgm:param type="parTxLTRAlign" val="ctr"/>
                <dgm:param type="parTxRTLAlign" val="ctr"/>
              </dgm:alg>
              <dgm:choose name="casesForFirstAndLastNode12">
                <dgm:if name="startNode12" axis="self" ptType="node" func="pos" op="equ" val="1">
                  <dgm:choose name="removeLineWhenOnlyOneNode12">
                    <dgm:if name="ifOnlyOneNode12" axis="followSib" ptType="node" func="cnt" op="equ" val="0">
                      <dgm:shape xmlns:r="http://schemas.openxmlformats.org/officeDocument/2006/relationships" type="roundRect" r:blip="">
                        <dgm:adjLst/>
                      </dgm:shape>
                    </dgm:if>
                    <dgm:else name="ifMoreThanOneNode12">
                      <dgm:choose name="Name181">
                        <dgm:if name="Name191" func="var" arg="dir" op="equ" val="norm">
                          <dgm:shape xmlns:r="http://schemas.openxmlformats.org/officeDocument/2006/relationships" rot="-90" type="round2SameRect" r:blip="">
                            <dgm:adjLst/>
                          </dgm:shape>
                        </dgm:if>
                        <dgm:else name="Name201">
                          <dgm:shape xmlns:r="http://schemas.openxmlformats.org/officeDocument/2006/relationships" rot="90" type="round2SameRect" r:blip="">
                            <dgm:adjLst/>
                          </dgm:shape>
                        </dgm:else>
                      </dgm:choose>
                    </dgm:else>
                  </dgm:choose>
                </dgm:if>
                <dgm:else name="notStartNode12">
                  <dgm:choose name="Name221">
                    <dgm:if name="Name231" axis="self" ptType="node" func="revPos" op="equ" val="1">
                      <dgm:choose name="Name241">
                        <dgm:if name="Name251" func="var" arg="dir" op="equ" val="norm">
                          <dgm:shape xmlns:r="http://schemas.openxmlformats.org/officeDocument/2006/relationships" rot="90" type="round2SameRect" r:blip="">
                            <dgm:adjLst/>
                          </dgm:shape>
                        </dgm:if>
                        <dgm:else name="Name261">
                          <dgm:shape xmlns:r="http://schemas.openxmlformats.org/officeDocument/2006/relationships" rot="-90" type="round2SameRect" r:blip="">
                            <dgm:adjLst/>
                          </dgm:shape>
                        </dgm:else>
                      </dgm:choose>
                    </dgm:if>
                    <dgm:else name="Name271">
                      <dgm:shape xmlns:r="http://schemas.openxmlformats.org/officeDocument/2006/relationships" type="rect" r:blip="">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1" styleLbl="revTx">
              <dgm:varLst>
                <dgm:bulletEnabled val="1"/>
              </dgm:varLst>
              <dgm:choose name="casesForTxtDirLogic1">
                <dgm:if name="Name771" axis="self" ptType="node" func="posOdd" op="equ" val="1">
                  <dgm:alg type="tx">
                    <dgm:param type="txAnchorVert" val="b"/>
                    <dgm:param type="txAnchorHorz" val="ctr"/>
                    <dgm:param type="parTxLTRAlign" val="ctr"/>
                    <dgm:param type="parTxRTLAlign" val="ctr"/>
                  </dgm:alg>
                  <dgm:constrLst>
                    <dgm:constr type="lMarg"/>
                    <dgm:constr type="rMarg"/>
                    <dgm:constr type="tMarg"/>
                    <dgm:constr type="bMarg" refType="primFontSz" fact="0.6"/>
                  </dgm:constrLst>
                </dgm:if>
                <dgm:else name="Name881">
                  <dgm:alg type="tx">
                    <dgm:param type="txAnchorVert" val="t"/>
                    <dgm:param type="txAnchorHorz" val="ctr"/>
                    <dgm:param type="parTxLTRAlign" val="ctr"/>
                    <dgm:param type="parTxRTLAlign" val="ctr"/>
                  </dgm:alg>
                  <dgm:constrLst>
                    <dgm:constr type="lMarg"/>
                    <dgm:constr type="rMarg"/>
                    <dgm:constr type="tMarg" refType="primFontSz" fact="0.6"/>
                    <dgm:constr type="bMarg"/>
                  </dgm:constrLst>
                </dgm:else>
              </dgm:choose>
              <dgm:shape xmlns:r="http://schemas.openxmlformats.org/officeDocument/2006/relationships" type="rect" r:blip="">
                <dgm:adjLst/>
              </dgm:shape>
              <dgm:presOf axis="ch" ptType="node"/>
              <dgm:ruleLst>
                <dgm:rule type="primFontSz" val="11" fact="NaN" max="NaN"/>
              </dgm:ruleLst>
            </dgm:layoutNode>
            <dgm:layoutNode name="ConnectLine1" styleLbl="sibTrans1D1">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LineEnd1" styleLbl="lnNode1">
              <dgm:alg type="sp"/>
              <dgm:shape xmlns:r="http://schemas.openxmlformats.org/officeDocument/2006/relationships" type="ellipse" r:blip="">
                <dgm:adjLst/>
              </dgm:shape>
              <dgm:presOf/>
              <dgm:constrLst/>
            </dgm:layoutNode>
            <dgm:layoutNode name="EmptyPane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9EB018AA-DEA7-448F-AE2F-C3D13A0F02A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de-DE"/>
          </a:p>
        </p:txBody>
      </p:sp>
      <p:sp>
        <p:nvSpPr>
          <p:cNvPr id="3" name="Datumsplatzhalter 2">
            <a:extLst>
              <a:ext uri="{FF2B5EF4-FFF2-40B4-BE49-F238E27FC236}">
                <a16:creationId xmlns:a16="http://schemas.microsoft.com/office/drawing/2014/main" id="{DFB87A71-96EB-4108-95A3-855A4C3601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88FA8D41-3C83-4EC2-816E-757717163931}" type="datetime1">
              <a:rPr lang="de-DE" smtClean="0"/>
              <a:t>26.03.2026</a:t>
            </a:fld>
            <a:endParaRPr lang="de-DE"/>
          </a:p>
        </p:txBody>
      </p:sp>
      <p:sp>
        <p:nvSpPr>
          <p:cNvPr id="4" name="Fußzeilenplatzhalter 3">
            <a:extLst>
              <a:ext uri="{FF2B5EF4-FFF2-40B4-BE49-F238E27FC236}">
                <a16:creationId xmlns:a16="http://schemas.microsoft.com/office/drawing/2014/main" id="{9445591A-E83D-4F8A-B064-12B29D3154F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de-DE"/>
          </a:p>
        </p:txBody>
      </p:sp>
      <p:sp>
        <p:nvSpPr>
          <p:cNvPr id="5" name="Foliennummernplatzhalter 4">
            <a:extLst>
              <a:ext uri="{FF2B5EF4-FFF2-40B4-BE49-F238E27FC236}">
                <a16:creationId xmlns:a16="http://schemas.microsoft.com/office/drawing/2014/main" id="{97AF2308-535F-471C-9423-3467454C92F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E661E857-36B8-43F1-9D87-FE508167BCE3}" type="slidenum">
              <a:rPr lang="de-DE" smtClean="0"/>
              <a:t>‹Nr.›</a:t>
            </a:fld>
            <a:endParaRPr lang="de-DE"/>
          </a:p>
        </p:txBody>
      </p:sp>
    </p:spTree>
    <p:extLst>
      <p:ext uri="{BB962C8B-B14F-4D97-AF65-F5344CB8AC3E}">
        <p14:creationId xmlns:p14="http://schemas.microsoft.com/office/powerpoint/2010/main" val="140023140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de-DE" noProof="0"/>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4CA429-061D-458E-80F8-82CB2938FBAD}" type="datetime1">
              <a:rPr lang="de-DE" smtClean="0"/>
              <a:pPr/>
              <a:t>26.03.2026</a:t>
            </a:fld>
            <a:endParaRPr lang="de-DE" dirty="0"/>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de-DE" noProof="0"/>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de-DE" noProof="0"/>
              <a:t>Textmasterformate durch Klicken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de-DE" noProof="0"/>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BCFAAAB6-A2C6-4A85-A3A1-98EFBA61C967}" type="slidenum">
              <a:rPr lang="de-DE" noProof="0" smtClean="0"/>
              <a:t>‹Nr.›</a:t>
            </a:fld>
            <a:endParaRPr lang="de-DE" noProof="0"/>
          </a:p>
        </p:txBody>
      </p:sp>
    </p:spTree>
    <p:extLst>
      <p:ext uri="{BB962C8B-B14F-4D97-AF65-F5344CB8AC3E}">
        <p14:creationId xmlns:p14="http://schemas.microsoft.com/office/powerpoint/2010/main" val="207675299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de-DE"/>
          </a:p>
        </p:txBody>
      </p:sp>
      <p:sp>
        <p:nvSpPr>
          <p:cNvPr id="3" name="Notizenplatzhalter 2"/>
          <p:cNvSpPr>
            <a:spLocks noGrp="1"/>
          </p:cNvSpPr>
          <p:nvPr>
            <p:ph type="body" idx="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b="0" i="0">
              <a:effectLst/>
              <a:latin typeface="Segoe UI" panose="020B0502040204020203" pitchFamily="34" charset="0"/>
            </a:endParaRPr>
          </a:p>
          <a:p>
            <a:pPr rtl="0"/>
            <a:r>
              <a:rPr lang="de-DE"/>
              <a:t>ID=d924773e-9a16-4d6d-9803-8cb819e99682
Rezept=text_billboard
Typ=TextOnly
Variante=0
FamilyID=AccentBoxWalbaum_Zero</a:t>
            </a:r>
          </a:p>
        </p:txBody>
      </p:sp>
      <p:sp>
        <p:nvSpPr>
          <p:cNvPr id="4" name="Foliennummernplatzhalter 3"/>
          <p:cNvSpPr>
            <a:spLocks noGrp="1"/>
          </p:cNvSpPr>
          <p:nvPr>
            <p:ph type="sldNum" sz="quarter" idx="5"/>
          </p:nvPr>
        </p:nvSpPr>
        <p:spPr/>
        <p:txBody>
          <a:bodyPr rtlCol="0"/>
          <a:lstStyle/>
          <a:p>
            <a:pPr rtl="0"/>
            <a:fld id="{8EAA36B1-75F6-458C-B388-8BC01E9857C8}" type="slidenum">
              <a:rPr lang="de-DE" smtClean="0"/>
              <a:t>1</a:t>
            </a:fld>
            <a:endParaRPr lang="de-DE"/>
          </a:p>
        </p:txBody>
      </p:sp>
    </p:spTree>
    <p:extLst>
      <p:ext uri="{BB962C8B-B14F-4D97-AF65-F5344CB8AC3E}">
        <p14:creationId xmlns:p14="http://schemas.microsoft.com/office/powerpoint/2010/main" val="2703205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de-DE"/>
          </a:p>
        </p:txBody>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pPr rtl="0"/>
            <a:fld id="{BCFAAAB6-A2C6-4A85-A3A1-98EFBA61C967}" type="slidenum">
              <a:rPr lang="de-DE" smtClean="0"/>
              <a:t>2</a:t>
            </a:fld>
            <a:endParaRPr lang="de-DE"/>
          </a:p>
        </p:txBody>
      </p:sp>
    </p:spTree>
    <p:extLst>
      <p:ext uri="{BB962C8B-B14F-4D97-AF65-F5344CB8AC3E}">
        <p14:creationId xmlns:p14="http://schemas.microsoft.com/office/powerpoint/2010/main" val="2239020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de-DE"/>
          </a:p>
        </p:txBody>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pPr rtl="0"/>
            <a:fld id="{BCFAAAB6-A2C6-4A85-A3A1-98EFBA61C967}" type="slidenum">
              <a:rPr lang="de-DE" smtClean="0"/>
              <a:t>3</a:t>
            </a:fld>
            <a:endParaRPr lang="de-DE"/>
          </a:p>
        </p:txBody>
      </p:sp>
    </p:spTree>
    <p:extLst>
      <p:ext uri="{BB962C8B-B14F-4D97-AF65-F5344CB8AC3E}">
        <p14:creationId xmlns:p14="http://schemas.microsoft.com/office/powerpoint/2010/main" val="15109544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de-DE"/>
          </a:p>
        </p:txBody>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pPr rtl="0"/>
            <a:fld id="{BCFAAAB6-A2C6-4A85-A3A1-98EFBA61C967}" type="slidenum">
              <a:rPr lang="de-DE" smtClean="0"/>
              <a:t>4</a:t>
            </a:fld>
            <a:endParaRPr lang="de-DE"/>
          </a:p>
        </p:txBody>
      </p:sp>
    </p:spTree>
    <p:extLst>
      <p:ext uri="{BB962C8B-B14F-4D97-AF65-F5344CB8AC3E}">
        <p14:creationId xmlns:p14="http://schemas.microsoft.com/office/powerpoint/2010/main" val="14743318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de-DE"/>
          </a:p>
        </p:txBody>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pPr rtl="0"/>
            <a:fld id="{BCFAAAB6-A2C6-4A85-A3A1-98EFBA61C967}" type="slidenum">
              <a:rPr lang="de-DE" smtClean="0"/>
              <a:t>5</a:t>
            </a:fld>
            <a:endParaRPr lang="de-DE"/>
          </a:p>
        </p:txBody>
      </p:sp>
    </p:spTree>
    <p:extLst>
      <p:ext uri="{BB962C8B-B14F-4D97-AF65-F5344CB8AC3E}">
        <p14:creationId xmlns:p14="http://schemas.microsoft.com/office/powerpoint/2010/main" val="34913805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ACBEB-9685-A40B-A729-596D0E922841}"/>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F161776B-8DE2-CBE0-FD3D-9B7A48DFC27B}"/>
              </a:ext>
            </a:extLst>
          </p:cNvPr>
          <p:cNvSpPr>
            <a:spLocks noGrp="1" noRot="1" noChangeAspect="1"/>
          </p:cNvSpPr>
          <p:nvPr>
            <p:ph type="sldImg"/>
          </p:nvPr>
        </p:nvSpPr>
        <p:spPr/>
        <p:txBody>
          <a:bodyPr/>
          <a:lstStyle/>
          <a:p>
            <a:endParaRPr lang="de-DE"/>
          </a:p>
        </p:txBody>
      </p:sp>
      <p:sp>
        <p:nvSpPr>
          <p:cNvPr id="3" name="Notizenplatzhalter 2">
            <a:extLst>
              <a:ext uri="{FF2B5EF4-FFF2-40B4-BE49-F238E27FC236}">
                <a16:creationId xmlns:a16="http://schemas.microsoft.com/office/drawing/2014/main" id="{8199A983-39C8-890B-6901-22175F073655}"/>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87797E0F-16B5-80E9-2A50-E4057E6B96EF}"/>
              </a:ext>
            </a:extLst>
          </p:cNvPr>
          <p:cNvSpPr>
            <a:spLocks noGrp="1"/>
          </p:cNvSpPr>
          <p:nvPr>
            <p:ph type="sldNum" sz="quarter" idx="5"/>
          </p:nvPr>
        </p:nvSpPr>
        <p:spPr/>
        <p:txBody>
          <a:bodyPr/>
          <a:lstStyle/>
          <a:p>
            <a:pPr rtl="0"/>
            <a:fld id="{BCFAAAB6-A2C6-4A85-A3A1-98EFBA61C967}" type="slidenum">
              <a:rPr lang="de-DE" smtClean="0"/>
              <a:t>6</a:t>
            </a:fld>
            <a:endParaRPr lang="de-DE"/>
          </a:p>
        </p:txBody>
      </p:sp>
    </p:spTree>
    <p:extLst>
      <p:ext uri="{BB962C8B-B14F-4D97-AF65-F5344CB8AC3E}">
        <p14:creationId xmlns:p14="http://schemas.microsoft.com/office/powerpoint/2010/main" val="41257892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D9470-CB5F-CB5A-8D0E-8DD1012E744A}"/>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DAE57465-CFC3-9766-3679-3AE2AAC36A1E}"/>
              </a:ext>
            </a:extLst>
          </p:cNvPr>
          <p:cNvSpPr>
            <a:spLocks noGrp="1" noRot="1" noChangeAspect="1"/>
          </p:cNvSpPr>
          <p:nvPr>
            <p:ph type="sldImg"/>
          </p:nvPr>
        </p:nvSpPr>
        <p:spPr/>
        <p:txBody>
          <a:bodyPr/>
          <a:lstStyle/>
          <a:p>
            <a:endParaRPr lang="de-DE"/>
          </a:p>
        </p:txBody>
      </p:sp>
      <p:sp>
        <p:nvSpPr>
          <p:cNvPr id="3" name="Notizenplatzhalter 2">
            <a:extLst>
              <a:ext uri="{FF2B5EF4-FFF2-40B4-BE49-F238E27FC236}">
                <a16:creationId xmlns:a16="http://schemas.microsoft.com/office/drawing/2014/main" id="{1F92889A-9838-6FB3-AA57-457894DE1492}"/>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755A470B-0D23-1EE9-E2E3-9B578BE9CF34}"/>
              </a:ext>
            </a:extLst>
          </p:cNvPr>
          <p:cNvSpPr>
            <a:spLocks noGrp="1"/>
          </p:cNvSpPr>
          <p:nvPr>
            <p:ph type="sldNum" sz="quarter" idx="5"/>
          </p:nvPr>
        </p:nvSpPr>
        <p:spPr/>
        <p:txBody>
          <a:bodyPr/>
          <a:lstStyle/>
          <a:p>
            <a:pPr rtl="0"/>
            <a:fld id="{BCFAAAB6-A2C6-4A85-A3A1-98EFBA61C967}" type="slidenum">
              <a:rPr lang="de-DE" smtClean="0"/>
              <a:t>7</a:t>
            </a:fld>
            <a:endParaRPr lang="de-DE"/>
          </a:p>
        </p:txBody>
      </p:sp>
    </p:spTree>
    <p:extLst>
      <p:ext uri="{BB962C8B-B14F-4D97-AF65-F5344CB8AC3E}">
        <p14:creationId xmlns:p14="http://schemas.microsoft.com/office/powerpoint/2010/main" val="34226332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04557-6253-F8C5-19F2-050C225B24CA}"/>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C39D5E2-ADF7-FE5E-B5F6-02B287C114EB}"/>
              </a:ext>
            </a:extLst>
          </p:cNvPr>
          <p:cNvSpPr>
            <a:spLocks noGrp="1" noRot="1" noChangeAspect="1"/>
          </p:cNvSpPr>
          <p:nvPr>
            <p:ph type="sldImg"/>
          </p:nvPr>
        </p:nvSpPr>
        <p:spPr/>
        <p:txBody>
          <a:bodyPr/>
          <a:lstStyle/>
          <a:p>
            <a:endParaRPr lang="de-DE"/>
          </a:p>
        </p:txBody>
      </p:sp>
      <p:sp>
        <p:nvSpPr>
          <p:cNvPr id="3" name="Notizenplatzhalter 2">
            <a:extLst>
              <a:ext uri="{FF2B5EF4-FFF2-40B4-BE49-F238E27FC236}">
                <a16:creationId xmlns:a16="http://schemas.microsoft.com/office/drawing/2014/main" id="{87195FED-F447-741E-D4CB-8831AA76A8C0}"/>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A25FA513-5CAD-97AC-0DDF-D407C64C1B03}"/>
              </a:ext>
            </a:extLst>
          </p:cNvPr>
          <p:cNvSpPr>
            <a:spLocks noGrp="1"/>
          </p:cNvSpPr>
          <p:nvPr>
            <p:ph type="sldNum" sz="quarter" idx="5"/>
          </p:nvPr>
        </p:nvSpPr>
        <p:spPr/>
        <p:txBody>
          <a:bodyPr/>
          <a:lstStyle/>
          <a:p>
            <a:pPr rtl="0"/>
            <a:fld id="{BCFAAAB6-A2C6-4A85-A3A1-98EFBA61C967}" type="slidenum">
              <a:rPr lang="de-DE" smtClean="0"/>
              <a:t>8</a:t>
            </a:fld>
            <a:endParaRPr lang="de-DE"/>
          </a:p>
        </p:txBody>
      </p:sp>
    </p:spTree>
    <p:extLst>
      <p:ext uri="{BB962C8B-B14F-4D97-AF65-F5344CB8AC3E}">
        <p14:creationId xmlns:p14="http://schemas.microsoft.com/office/powerpoint/2010/main" val="37395972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438ED-BA90-85A3-755E-F84D93F10614}"/>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2A9DA9A8-78B6-532F-1CE8-A9D599C073FA}"/>
              </a:ext>
            </a:extLst>
          </p:cNvPr>
          <p:cNvSpPr>
            <a:spLocks noGrp="1" noRot="1" noChangeAspect="1"/>
          </p:cNvSpPr>
          <p:nvPr>
            <p:ph type="sldImg"/>
          </p:nvPr>
        </p:nvSpPr>
        <p:spPr/>
        <p:txBody>
          <a:bodyPr/>
          <a:lstStyle/>
          <a:p>
            <a:endParaRPr lang="de-DE"/>
          </a:p>
        </p:txBody>
      </p:sp>
      <p:sp>
        <p:nvSpPr>
          <p:cNvPr id="3" name="Notizenplatzhalter 2">
            <a:extLst>
              <a:ext uri="{FF2B5EF4-FFF2-40B4-BE49-F238E27FC236}">
                <a16:creationId xmlns:a16="http://schemas.microsoft.com/office/drawing/2014/main" id="{92D6F75C-4FBF-D851-6648-77CA969E404E}"/>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AF66D67E-7292-AB3E-FDF3-72CBD250C015}"/>
              </a:ext>
            </a:extLst>
          </p:cNvPr>
          <p:cNvSpPr>
            <a:spLocks noGrp="1"/>
          </p:cNvSpPr>
          <p:nvPr>
            <p:ph type="sldNum" sz="quarter" idx="5"/>
          </p:nvPr>
        </p:nvSpPr>
        <p:spPr/>
        <p:txBody>
          <a:bodyPr/>
          <a:lstStyle/>
          <a:p>
            <a:pPr rtl="0"/>
            <a:fld id="{BCFAAAB6-A2C6-4A85-A3A1-98EFBA61C967}" type="slidenum">
              <a:rPr lang="de-DE" smtClean="0"/>
              <a:t>9</a:t>
            </a:fld>
            <a:endParaRPr lang="de-DE"/>
          </a:p>
        </p:txBody>
      </p:sp>
    </p:spTree>
    <p:extLst>
      <p:ext uri="{BB962C8B-B14F-4D97-AF65-F5344CB8AC3E}">
        <p14:creationId xmlns:p14="http://schemas.microsoft.com/office/powerpoint/2010/main" val="28883046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4F2151-867F-270F-7BD9-BF8480564D2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3E8DA2C6-002B-F900-E5E6-F9DA0375E513}"/>
              </a:ext>
            </a:extLst>
          </p:cNvPr>
          <p:cNvSpPr>
            <a:spLocks noGrp="1" noRot="1" noChangeAspect="1"/>
          </p:cNvSpPr>
          <p:nvPr>
            <p:ph type="sldImg"/>
          </p:nvPr>
        </p:nvSpPr>
        <p:spPr/>
        <p:txBody>
          <a:bodyPr/>
          <a:lstStyle/>
          <a:p>
            <a:endParaRPr lang="de-DE"/>
          </a:p>
        </p:txBody>
      </p:sp>
      <p:sp>
        <p:nvSpPr>
          <p:cNvPr id="3" name="Notizenplatzhalter 2">
            <a:extLst>
              <a:ext uri="{FF2B5EF4-FFF2-40B4-BE49-F238E27FC236}">
                <a16:creationId xmlns:a16="http://schemas.microsoft.com/office/drawing/2014/main" id="{35D5CB20-2A18-6DBB-1D92-F0FA3931BFB4}"/>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A86AA788-D12D-A23E-E8AE-50A075DE0C93}"/>
              </a:ext>
            </a:extLst>
          </p:cNvPr>
          <p:cNvSpPr>
            <a:spLocks noGrp="1"/>
          </p:cNvSpPr>
          <p:nvPr>
            <p:ph type="sldNum" sz="quarter" idx="5"/>
          </p:nvPr>
        </p:nvSpPr>
        <p:spPr/>
        <p:txBody>
          <a:bodyPr/>
          <a:lstStyle/>
          <a:p>
            <a:pPr rtl="0"/>
            <a:fld id="{BCFAAAB6-A2C6-4A85-A3A1-98EFBA61C967}" type="slidenum">
              <a:rPr lang="de-DE" smtClean="0"/>
              <a:t>10</a:t>
            </a:fld>
            <a:endParaRPr lang="de-DE"/>
          </a:p>
        </p:txBody>
      </p:sp>
    </p:spTree>
    <p:extLst>
      <p:ext uri="{BB962C8B-B14F-4D97-AF65-F5344CB8AC3E}">
        <p14:creationId xmlns:p14="http://schemas.microsoft.com/office/powerpoint/2010/main" val="4319496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DF63F-ECC9-3026-4BDE-5F7FE1556FFC}"/>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D1511C35-AB22-699E-5E43-E8F38145EE34}"/>
              </a:ext>
            </a:extLst>
          </p:cNvPr>
          <p:cNvSpPr>
            <a:spLocks noGrp="1" noRot="1" noChangeAspect="1"/>
          </p:cNvSpPr>
          <p:nvPr>
            <p:ph type="sldImg"/>
          </p:nvPr>
        </p:nvSpPr>
        <p:spPr/>
        <p:txBody>
          <a:bodyPr/>
          <a:lstStyle/>
          <a:p>
            <a:endParaRPr lang="de-DE"/>
          </a:p>
        </p:txBody>
      </p:sp>
      <p:sp>
        <p:nvSpPr>
          <p:cNvPr id="3" name="Notizenplatzhalter 2">
            <a:extLst>
              <a:ext uri="{FF2B5EF4-FFF2-40B4-BE49-F238E27FC236}">
                <a16:creationId xmlns:a16="http://schemas.microsoft.com/office/drawing/2014/main" id="{9D54CA61-3FAD-3F27-2C6A-60AC63717F6B}"/>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CDAAE739-E990-6789-8BA9-1970BB3E2819}"/>
              </a:ext>
            </a:extLst>
          </p:cNvPr>
          <p:cNvSpPr>
            <a:spLocks noGrp="1"/>
          </p:cNvSpPr>
          <p:nvPr>
            <p:ph type="sldNum" sz="quarter" idx="5"/>
          </p:nvPr>
        </p:nvSpPr>
        <p:spPr/>
        <p:txBody>
          <a:bodyPr/>
          <a:lstStyle/>
          <a:p>
            <a:pPr rtl="0"/>
            <a:fld id="{BCFAAAB6-A2C6-4A85-A3A1-98EFBA61C967}" type="slidenum">
              <a:rPr lang="de-DE" smtClean="0"/>
              <a:t>11</a:t>
            </a:fld>
            <a:endParaRPr lang="de-DE"/>
          </a:p>
        </p:txBody>
      </p:sp>
    </p:spTree>
    <p:extLst>
      <p:ext uri="{BB962C8B-B14F-4D97-AF65-F5344CB8AC3E}">
        <p14:creationId xmlns:p14="http://schemas.microsoft.com/office/powerpoint/2010/main" val="40884323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de-DE"/>
          </a:p>
        </p:txBody>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pPr rtl="0"/>
            <a:fld id="{BCFAAAB6-A2C6-4A85-A3A1-98EFBA61C967}" type="slidenum">
              <a:rPr lang="de-DE" smtClean="0"/>
              <a:t>12</a:t>
            </a:fld>
            <a:endParaRPr lang="de-DE"/>
          </a:p>
        </p:txBody>
      </p:sp>
    </p:spTree>
    <p:extLst>
      <p:ext uri="{BB962C8B-B14F-4D97-AF65-F5344CB8AC3E}">
        <p14:creationId xmlns:p14="http://schemas.microsoft.com/office/powerpoint/2010/main" val="6209228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de-DE"/>
          </a:p>
        </p:txBody>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pPr rtl="0"/>
            <a:fld id="{BCFAAAB6-A2C6-4A85-A3A1-98EFBA61C967}" type="slidenum">
              <a:rPr lang="de-DE" smtClean="0"/>
              <a:t>13</a:t>
            </a:fld>
            <a:endParaRPr lang="de-DE"/>
          </a:p>
        </p:txBody>
      </p:sp>
    </p:spTree>
    <p:extLst>
      <p:ext uri="{BB962C8B-B14F-4D97-AF65-F5344CB8AC3E}">
        <p14:creationId xmlns:p14="http://schemas.microsoft.com/office/powerpoint/2010/main" val="33879683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de-DE"/>
          </a:p>
        </p:txBody>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pPr rtl="0"/>
            <a:fld id="{BCFAAAB6-A2C6-4A85-A3A1-98EFBA61C967}" type="slidenum">
              <a:rPr lang="de-DE" smtClean="0"/>
              <a:t>14</a:t>
            </a:fld>
            <a:endParaRPr lang="de-DE"/>
          </a:p>
        </p:txBody>
      </p:sp>
    </p:spTree>
    <p:extLst>
      <p:ext uri="{BB962C8B-B14F-4D97-AF65-F5344CB8AC3E}">
        <p14:creationId xmlns:p14="http://schemas.microsoft.com/office/powerpoint/2010/main" val="11633103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de-DE"/>
          </a:p>
        </p:txBody>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pPr rtl="0"/>
            <a:fld id="{BCFAAAB6-A2C6-4A85-A3A1-98EFBA61C967}" type="slidenum">
              <a:rPr lang="de-DE" smtClean="0"/>
              <a:t>15</a:t>
            </a:fld>
            <a:endParaRPr lang="de-DE"/>
          </a:p>
        </p:txBody>
      </p:sp>
    </p:spTree>
    <p:extLst>
      <p:ext uri="{BB962C8B-B14F-4D97-AF65-F5344CB8AC3E}">
        <p14:creationId xmlns:p14="http://schemas.microsoft.com/office/powerpoint/2010/main" val="22814714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de-DE"/>
          </a:p>
        </p:txBody>
      </p:sp>
      <p:sp>
        <p:nvSpPr>
          <p:cNvPr id="3" name="Notizenplatzhalter 2"/>
          <p:cNvSpPr>
            <a:spLocks noGrp="1"/>
          </p:cNvSpPr>
          <p:nvPr>
            <p:ph type="body" idx="1"/>
          </p:nvPr>
        </p:nvSpPr>
        <p:spPr/>
        <p:txBody>
          <a:bodyPr rtlCol="0"/>
          <a:lstStyle/>
          <a:p>
            <a:pPr rtl="0"/>
            <a:endParaRPr lang="de-DE"/>
          </a:p>
        </p:txBody>
      </p:sp>
      <p:sp>
        <p:nvSpPr>
          <p:cNvPr id="4" name="Foliennummernplatzhalter 3"/>
          <p:cNvSpPr>
            <a:spLocks noGrp="1"/>
          </p:cNvSpPr>
          <p:nvPr>
            <p:ph type="sldNum" sz="quarter" idx="10"/>
          </p:nvPr>
        </p:nvSpPr>
        <p:spPr/>
        <p:txBody>
          <a:bodyPr rtlCol="0"/>
          <a:lstStyle/>
          <a:p>
            <a:pPr rtl="0"/>
            <a:fld id="{32DC0559-D619-4E56-BF6F-3712370C2150}" type="slidenum">
              <a:rPr lang="de-DE" smtClean="0"/>
              <a:t>16</a:t>
            </a:fld>
            <a:endParaRPr lang="de-DE"/>
          </a:p>
        </p:txBody>
      </p:sp>
    </p:spTree>
    <p:extLst>
      <p:ext uri="{BB962C8B-B14F-4D97-AF65-F5344CB8AC3E}">
        <p14:creationId xmlns:p14="http://schemas.microsoft.com/office/powerpoint/2010/main" val="5145412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de-DE"/>
          </a:p>
        </p:txBody>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pPr rtl="0"/>
            <a:fld id="{BCFAAAB6-A2C6-4A85-A3A1-98EFBA61C967}" type="slidenum">
              <a:rPr lang="de-DE" smtClean="0"/>
              <a:t>17</a:t>
            </a:fld>
            <a:endParaRPr lang="de-DE"/>
          </a:p>
        </p:txBody>
      </p:sp>
    </p:spTree>
    <p:extLst>
      <p:ext uri="{BB962C8B-B14F-4D97-AF65-F5344CB8AC3E}">
        <p14:creationId xmlns:p14="http://schemas.microsoft.com/office/powerpoint/2010/main" val="2205288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de-DE"/>
          </a:p>
        </p:txBody>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pPr rtl="0"/>
            <a:fld id="{BCFAAAB6-A2C6-4A85-A3A1-98EFBA61C967}" type="slidenum">
              <a:rPr lang="de-DE" smtClean="0"/>
              <a:t>18</a:t>
            </a:fld>
            <a:endParaRPr lang="de-DE"/>
          </a:p>
        </p:txBody>
      </p:sp>
    </p:spTree>
    <p:extLst>
      <p:ext uri="{BB962C8B-B14F-4D97-AF65-F5344CB8AC3E}">
        <p14:creationId xmlns:p14="http://schemas.microsoft.com/office/powerpoint/2010/main" val="3208493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de-DE"/>
          </a:p>
        </p:txBody>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pPr rtl="0"/>
            <a:fld id="{BCFAAAB6-A2C6-4A85-A3A1-98EFBA61C967}" type="slidenum">
              <a:rPr lang="de-DE" smtClean="0"/>
              <a:t>19</a:t>
            </a:fld>
            <a:endParaRPr lang="de-DE"/>
          </a:p>
        </p:txBody>
      </p:sp>
    </p:spTree>
    <p:extLst>
      <p:ext uri="{BB962C8B-B14F-4D97-AF65-F5344CB8AC3E}">
        <p14:creationId xmlns:p14="http://schemas.microsoft.com/office/powerpoint/2010/main" val="27253486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useBgFill="1">
        <p:nvSpPr>
          <p:cNvPr id="7" name="Rechteck 6">
            <a:extLst>
              <a:ext uri="{FF2B5EF4-FFF2-40B4-BE49-F238E27FC236}">
                <a16:creationId xmlns:a16="http://schemas.microsoft.com/office/drawing/2014/main" id="{BC5C50C9-5CB7-4938-BEDF-DD2FC7529FA9}"/>
              </a:ext>
            </a:extLst>
          </p:cNvPr>
          <p:cNvSpPr/>
          <p:nvPr userDrawn="1"/>
        </p:nvSpPr>
        <p:spPr>
          <a:xfrm>
            <a:off x="1528762" y="1473243"/>
            <a:ext cx="9144000" cy="3007447"/>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el 1">
            <a:extLst>
              <a:ext uri="{FF2B5EF4-FFF2-40B4-BE49-F238E27FC236}">
                <a16:creationId xmlns:a16="http://schemas.microsoft.com/office/drawing/2014/main" id="{E0EB8136-4330-4480-80D9-0F6FD970617C}"/>
              </a:ext>
            </a:extLst>
          </p:cNvPr>
          <p:cNvSpPr>
            <a:spLocks noGrp="1"/>
          </p:cNvSpPr>
          <p:nvPr>
            <p:ph type="ctrTitle" hasCustomPrompt="1"/>
          </p:nvPr>
        </p:nvSpPr>
        <p:spPr>
          <a:xfrm>
            <a:off x="1801368" y="1664208"/>
            <a:ext cx="8586216" cy="2176272"/>
          </a:xfrm>
        </p:spPr>
        <p:txBody>
          <a:bodyPr rtlCol="0" anchor="ctr">
            <a:normAutofit/>
          </a:bodyPr>
          <a:lstStyle>
            <a:lvl1pPr algn="ctr">
              <a:defRPr sz="6600"/>
            </a:lvl1pPr>
          </a:lstStyle>
          <a:p>
            <a:pPr rtl="0"/>
            <a:r>
              <a:rPr lang="de-DE" noProof="0"/>
              <a:t>Titelmasterformat durch Klicken bearbeiten</a:t>
            </a:r>
          </a:p>
        </p:txBody>
      </p:sp>
      <p:sp>
        <p:nvSpPr>
          <p:cNvPr id="3" name="Untertitel 2">
            <a:extLst>
              <a:ext uri="{FF2B5EF4-FFF2-40B4-BE49-F238E27FC236}">
                <a16:creationId xmlns:a16="http://schemas.microsoft.com/office/drawing/2014/main" id="{566E5739-DD96-45FB-B609-3E3447A52FED}"/>
              </a:ext>
            </a:extLst>
          </p:cNvPr>
          <p:cNvSpPr>
            <a:spLocks noGrp="1"/>
          </p:cNvSpPr>
          <p:nvPr>
            <p:ph type="subTitle" idx="1" hasCustomPrompt="1"/>
          </p:nvPr>
        </p:nvSpPr>
        <p:spPr>
          <a:xfrm>
            <a:off x="2487168" y="4142232"/>
            <a:ext cx="7223760" cy="685800"/>
          </a:xfrm>
          <a:solidFill>
            <a:schemeClr val="accent1"/>
          </a:solidFill>
        </p:spPr>
        <p:txBody>
          <a:bodyPr rtlCol="0" anchor="ctr">
            <a:normAutofit/>
          </a:bodyPr>
          <a:lstStyle>
            <a:lvl1pPr marL="0" indent="0" algn="ctr">
              <a:buNone/>
              <a:defRPr sz="2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de-DE" noProof="0"/>
              <a:t>Formatvorlage des Untertitelmasters durch Klicken bearbeiten</a:t>
            </a:r>
          </a:p>
        </p:txBody>
      </p:sp>
    </p:spTree>
    <p:extLst>
      <p:ext uri="{BB962C8B-B14F-4D97-AF65-F5344CB8AC3E}">
        <p14:creationId xmlns:p14="http://schemas.microsoft.com/office/powerpoint/2010/main" val="26696404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 und Inhalt mit Bilder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8D358CF-0758-490A-A084-C46443B9ABE8}"/>
              </a:ext>
            </a:extLst>
          </p:cNvPr>
          <p:cNvSpPr>
            <a:spLocks noGrp="1"/>
          </p:cNvSpPr>
          <p:nvPr>
            <p:ph type="title" hasCustomPrompt="1"/>
          </p:nvPr>
        </p:nvSpPr>
        <p:spPr>
          <a:xfrm>
            <a:off x="5084064" y="1078992"/>
            <a:ext cx="6272784" cy="1536192"/>
          </a:xfrm>
        </p:spPr>
        <p:txBody>
          <a:bodyPr rtlCol="0" anchor="b">
            <a:normAutofit/>
          </a:bodyPr>
          <a:lstStyle>
            <a:lvl1pPr>
              <a:defRPr sz="5200"/>
            </a:lvl1pPr>
          </a:lstStyle>
          <a:p>
            <a:pPr rtl="0"/>
            <a:r>
              <a:rPr lang="de-DE" noProof="0"/>
              <a:t>Titelmasterformat durch Klicken bearbeiten</a:t>
            </a:r>
          </a:p>
        </p:txBody>
      </p:sp>
      <p:sp>
        <p:nvSpPr>
          <p:cNvPr id="3" name="Inhaltsplatzhalter 2">
            <a:extLst>
              <a:ext uri="{FF2B5EF4-FFF2-40B4-BE49-F238E27FC236}">
                <a16:creationId xmlns:a16="http://schemas.microsoft.com/office/drawing/2014/main" id="{21671183-B3CE-4F45-92FB-98290CA0E2CA}"/>
              </a:ext>
            </a:extLst>
          </p:cNvPr>
          <p:cNvSpPr>
            <a:spLocks noGrp="1"/>
          </p:cNvSpPr>
          <p:nvPr>
            <p:ph idx="1" hasCustomPrompt="1"/>
          </p:nvPr>
        </p:nvSpPr>
        <p:spPr>
          <a:xfrm>
            <a:off x="5084064" y="3355848"/>
            <a:ext cx="6272784" cy="2825496"/>
          </a:xfrm>
        </p:spPr>
        <p:txBody>
          <a:bodyPr rtlCol="0"/>
          <a:lstStyle>
            <a:lvl1pPr>
              <a:buNone/>
              <a:defRPr sz="1800"/>
            </a:lvl1pPr>
          </a:lstStyle>
          <a:p>
            <a:pPr lvl="0" rtl="0"/>
            <a:r>
              <a:rPr lang="de-DE" noProof="0"/>
              <a:t>Textmasterformat durch Klicken bearbeiten</a:t>
            </a:r>
          </a:p>
        </p:txBody>
      </p:sp>
      <p:sp>
        <p:nvSpPr>
          <p:cNvPr id="4" name="Datumsplatzhalter 3">
            <a:extLst>
              <a:ext uri="{FF2B5EF4-FFF2-40B4-BE49-F238E27FC236}">
                <a16:creationId xmlns:a16="http://schemas.microsoft.com/office/drawing/2014/main" id="{3D7DED67-27EC-4D43-A21C-093C1DB04813}"/>
              </a:ext>
            </a:extLst>
          </p:cNvPr>
          <p:cNvSpPr>
            <a:spLocks noGrp="1"/>
          </p:cNvSpPr>
          <p:nvPr>
            <p:ph type="dt" sz="half" idx="10"/>
          </p:nvPr>
        </p:nvSpPr>
        <p:spPr>
          <a:xfrm>
            <a:off x="905256" y="6356350"/>
            <a:ext cx="2743200" cy="365125"/>
          </a:xfrm>
        </p:spPr>
        <p:txBody>
          <a:bodyPr rtlCol="0"/>
          <a:lstStyle/>
          <a:p>
            <a:pPr rtl="0"/>
            <a:r>
              <a:rPr lang="de-DE" noProof="0"/>
              <a:t>04.09.20XX</a:t>
            </a:r>
          </a:p>
        </p:txBody>
      </p:sp>
      <p:sp>
        <p:nvSpPr>
          <p:cNvPr id="5" name="Fußzeilenplatzhalter 4">
            <a:extLst>
              <a:ext uri="{FF2B5EF4-FFF2-40B4-BE49-F238E27FC236}">
                <a16:creationId xmlns:a16="http://schemas.microsoft.com/office/drawing/2014/main" id="{36747CE3-4890-4BC1-94DB-5D49D02C9933}"/>
              </a:ext>
            </a:extLst>
          </p:cNvPr>
          <p:cNvSpPr>
            <a:spLocks noGrp="1"/>
          </p:cNvSpPr>
          <p:nvPr>
            <p:ph type="ftr" sz="quarter" idx="11"/>
          </p:nvPr>
        </p:nvSpPr>
        <p:spPr>
          <a:xfrm>
            <a:off x="4041648" y="6356350"/>
            <a:ext cx="4114800" cy="365125"/>
          </a:xfrm>
        </p:spPr>
        <p:txBody>
          <a:bodyPr rtlCol="0"/>
          <a:lstStyle/>
          <a:p>
            <a:pPr rtl="0"/>
            <a:r>
              <a:rPr lang="de-DE" noProof="0"/>
              <a:t>Präsentationstitel</a:t>
            </a:r>
          </a:p>
        </p:txBody>
      </p:sp>
      <p:sp>
        <p:nvSpPr>
          <p:cNvPr id="6" name="Foliennummernplatzhalt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rtlCol="0"/>
          <a:lstStyle/>
          <a:p>
            <a:pPr rtl="0"/>
            <a:fld id="{A65A5C87-DF58-40C8-B092-1DE63DB4547E}" type="slidenum">
              <a:rPr lang="de-DE" noProof="0" smtClean="0"/>
              <a:t>‹Nr.›</a:t>
            </a:fld>
            <a:endParaRPr lang="de-DE" noProof="0"/>
          </a:p>
        </p:txBody>
      </p:sp>
      <p:sp>
        <p:nvSpPr>
          <p:cNvPr id="7" name="Rechteck 6">
            <a:extLst>
              <a:ext uri="{FF2B5EF4-FFF2-40B4-BE49-F238E27FC236}">
                <a16:creationId xmlns:a16="http://schemas.microsoft.com/office/drawing/2014/main" id="{C3EEEC07-DA87-4415-8D6B-72E1B2686535}"/>
              </a:ext>
            </a:extLst>
          </p:cNvPr>
          <p:cNvSpPr/>
          <p:nvPr userDrawn="1"/>
        </p:nvSpPr>
        <p:spPr>
          <a:xfrm rot="5400000">
            <a:off x="5317960" y="36338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hteck 8">
            <a:extLst>
              <a:ext uri="{FF2B5EF4-FFF2-40B4-BE49-F238E27FC236}">
                <a16:creationId xmlns:a16="http://schemas.microsoft.com/office/drawing/2014/main" id="{3CC47E32-D289-4A1B-A3C7-A355CD5572E8}"/>
              </a:ext>
            </a:extLst>
          </p:cNvPr>
          <p:cNvSpPr/>
          <p:nvPr userDrawn="1"/>
        </p:nvSpPr>
        <p:spPr>
          <a:xfrm>
            <a:off x="5099266" y="2935541"/>
            <a:ext cx="62179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Bildplatzhalter 14">
            <a:extLst>
              <a:ext uri="{FF2B5EF4-FFF2-40B4-BE49-F238E27FC236}">
                <a16:creationId xmlns:a16="http://schemas.microsoft.com/office/drawing/2014/main" id="{D9F91D62-7A39-4697-A73D-908DBA590EFB}"/>
              </a:ext>
            </a:extLst>
          </p:cNvPr>
          <p:cNvSpPr>
            <a:spLocks noGrp="1"/>
          </p:cNvSpPr>
          <p:nvPr>
            <p:ph type="pic" sz="quarter" idx="13"/>
          </p:nvPr>
        </p:nvSpPr>
        <p:spPr>
          <a:xfrm>
            <a:off x="457200" y="603504"/>
            <a:ext cx="4050792" cy="5577840"/>
          </a:xfrm>
        </p:spPr>
        <p:txBody>
          <a:bodyPr rtlCol="0" anchor="ctr"/>
          <a:lstStyle>
            <a:lvl1pPr algn="ctr">
              <a:buNone/>
              <a:defRPr/>
            </a:lvl1pPr>
          </a:lstStyle>
          <a:p>
            <a:pPr rtl="0"/>
            <a:r>
              <a:rPr lang="de-DE" noProof="0"/>
              <a:t>Bild durch Klicken auf Symbol hinzufügen</a:t>
            </a:r>
          </a:p>
        </p:txBody>
      </p:sp>
    </p:spTree>
    <p:extLst>
      <p:ext uri="{BB962C8B-B14F-4D97-AF65-F5344CB8AC3E}">
        <p14:creationId xmlns:p14="http://schemas.microsoft.com/office/powerpoint/2010/main" val="38125875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und Inhalt mit 2 Bilder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8D358CF-0758-490A-A084-C46443B9ABE8}"/>
              </a:ext>
            </a:extLst>
          </p:cNvPr>
          <p:cNvSpPr>
            <a:spLocks noGrp="1"/>
          </p:cNvSpPr>
          <p:nvPr>
            <p:ph type="title" hasCustomPrompt="1"/>
          </p:nvPr>
        </p:nvSpPr>
        <p:spPr>
          <a:xfrm>
            <a:off x="612648" y="1078992"/>
            <a:ext cx="6272784" cy="1536192"/>
          </a:xfrm>
        </p:spPr>
        <p:txBody>
          <a:bodyPr rtlCol="0" anchor="b">
            <a:normAutofit/>
          </a:bodyPr>
          <a:lstStyle>
            <a:lvl1pPr>
              <a:defRPr sz="5200"/>
            </a:lvl1pPr>
          </a:lstStyle>
          <a:p>
            <a:pPr rtl="0"/>
            <a:r>
              <a:rPr lang="de-DE" noProof="0"/>
              <a:t>Titelmasterformat durch Klicken bearbeiten</a:t>
            </a:r>
          </a:p>
        </p:txBody>
      </p:sp>
      <p:sp>
        <p:nvSpPr>
          <p:cNvPr id="3" name="Inhaltsplatzhalter 2">
            <a:extLst>
              <a:ext uri="{FF2B5EF4-FFF2-40B4-BE49-F238E27FC236}">
                <a16:creationId xmlns:a16="http://schemas.microsoft.com/office/drawing/2014/main" id="{21671183-B3CE-4F45-92FB-98290CA0E2CA}"/>
              </a:ext>
            </a:extLst>
          </p:cNvPr>
          <p:cNvSpPr>
            <a:spLocks noGrp="1"/>
          </p:cNvSpPr>
          <p:nvPr>
            <p:ph idx="1" hasCustomPrompt="1"/>
          </p:nvPr>
        </p:nvSpPr>
        <p:spPr>
          <a:xfrm>
            <a:off x="612648" y="3355848"/>
            <a:ext cx="6272784" cy="2825496"/>
          </a:xfrm>
        </p:spPr>
        <p:txBody>
          <a:bodyPr rtlCol="0"/>
          <a:lstStyle>
            <a:lvl1pPr marL="0" indent="0">
              <a:buNone/>
              <a:defRPr sz="1800"/>
            </a:lvl1pPr>
          </a:lstStyle>
          <a:p>
            <a:pPr lvl="0" rtl="0"/>
            <a:r>
              <a:rPr lang="de-DE" noProof="0"/>
              <a:t>Textmasterformat durch Klicken bearbeiten</a:t>
            </a:r>
          </a:p>
        </p:txBody>
      </p:sp>
      <p:sp>
        <p:nvSpPr>
          <p:cNvPr id="6" name="Foliennummernplatzhalter 5">
            <a:extLst>
              <a:ext uri="{FF2B5EF4-FFF2-40B4-BE49-F238E27FC236}">
                <a16:creationId xmlns:a16="http://schemas.microsoft.com/office/drawing/2014/main" id="{093C5AD3-D79A-4D46-B25B-822FE0252511}"/>
              </a:ext>
            </a:extLst>
          </p:cNvPr>
          <p:cNvSpPr>
            <a:spLocks noGrp="1"/>
          </p:cNvSpPr>
          <p:nvPr>
            <p:ph type="sldNum" sz="quarter" idx="12"/>
          </p:nvPr>
        </p:nvSpPr>
        <p:spPr>
          <a:xfrm>
            <a:off x="5605272" y="6356350"/>
            <a:ext cx="1280160" cy="365125"/>
          </a:xfrm>
        </p:spPr>
        <p:txBody>
          <a:bodyPr rtlCol="0"/>
          <a:lstStyle/>
          <a:p>
            <a:pPr rtl="0"/>
            <a:fld id="{A65A5C87-DF58-40C8-B092-1DE63DB4547E}" type="slidenum">
              <a:rPr lang="de-DE" noProof="0" smtClean="0"/>
              <a:t>‹Nr.›</a:t>
            </a:fld>
            <a:endParaRPr lang="de-DE" noProof="0"/>
          </a:p>
        </p:txBody>
      </p:sp>
      <p:sp>
        <p:nvSpPr>
          <p:cNvPr id="7" name="Rechteck 6">
            <a:extLst>
              <a:ext uri="{FF2B5EF4-FFF2-40B4-BE49-F238E27FC236}">
                <a16:creationId xmlns:a16="http://schemas.microsoft.com/office/drawing/2014/main" id="{C3EEEC07-DA87-4415-8D6B-72E1B2686535}"/>
              </a:ext>
            </a:extLst>
          </p:cNvPr>
          <p:cNvSpPr/>
          <p:nvPr userDrawn="1"/>
        </p:nvSpPr>
        <p:spPr>
          <a:xfrm rot="5400000">
            <a:off x="850392" y="365760"/>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Bildplatzhalter 14">
            <a:extLst>
              <a:ext uri="{FF2B5EF4-FFF2-40B4-BE49-F238E27FC236}">
                <a16:creationId xmlns:a16="http://schemas.microsoft.com/office/drawing/2014/main" id="{D9F91D62-7A39-4697-A73D-908DBA590EFB}"/>
              </a:ext>
            </a:extLst>
          </p:cNvPr>
          <p:cNvSpPr>
            <a:spLocks noGrp="1"/>
          </p:cNvSpPr>
          <p:nvPr>
            <p:ph type="pic" sz="quarter" idx="13"/>
          </p:nvPr>
        </p:nvSpPr>
        <p:spPr>
          <a:xfrm>
            <a:off x="7680960" y="4352544"/>
            <a:ext cx="4507992" cy="2505456"/>
          </a:xfrm>
        </p:spPr>
        <p:txBody>
          <a:bodyPr rtlCol="0" anchor="ctr"/>
          <a:lstStyle>
            <a:lvl1pPr algn="ctr">
              <a:buNone/>
              <a:defRPr/>
            </a:lvl1pPr>
          </a:lstStyle>
          <a:p>
            <a:pPr rtl="0"/>
            <a:r>
              <a:rPr lang="de-DE" noProof="0"/>
              <a:t>Bild durch Klicken auf Symbol hinzufügen</a:t>
            </a:r>
          </a:p>
        </p:txBody>
      </p:sp>
      <p:sp>
        <p:nvSpPr>
          <p:cNvPr id="10" name="Bildplatzhalter 14">
            <a:extLst>
              <a:ext uri="{FF2B5EF4-FFF2-40B4-BE49-F238E27FC236}">
                <a16:creationId xmlns:a16="http://schemas.microsoft.com/office/drawing/2014/main" id="{687A7A61-F904-44E0-837C-FB357932BC1E}"/>
              </a:ext>
            </a:extLst>
          </p:cNvPr>
          <p:cNvSpPr>
            <a:spLocks noGrp="1"/>
          </p:cNvSpPr>
          <p:nvPr>
            <p:ph type="pic" sz="quarter" idx="14"/>
          </p:nvPr>
        </p:nvSpPr>
        <p:spPr>
          <a:xfrm>
            <a:off x="7680960" y="0"/>
            <a:ext cx="4507992" cy="4123944"/>
          </a:xfrm>
        </p:spPr>
        <p:txBody>
          <a:bodyPr rtlCol="0" anchor="ctr"/>
          <a:lstStyle>
            <a:lvl1pPr algn="ctr">
              <a:buNone/>
              <a:defRPr/>
            </a:lvl1pPr>
          </a:lstStyle>
          <a:p>
            <a:pPr rtl="0"/>
            <a:r>
              <a:rPr lang="de-DE" noProof="0"/>
              <a:t>Bild durch Klicken auf Symbol hinzufügen</a:t>
            </a:r>
          </a:p>
        </p:txBody>
      </p:sp>
      <p:sp>
        <p:nvSpPr>
          <p:cNvPr id="8" name="Rechteck 7">
            <a:extLst>
              <a:ext uri="{FF2B5EF4-FFF2-40B4-BE49-F238E27FC236}">
                <a16:creationId xmlns:a16="http://schemas.microsoft.com/office/drawing/2014/main" id="{EEFA3CC7-31ED-4E5A-87A6-AA1D8F4251FC}"/>
              </a:ext>
            </a:extLst>
          </p:cNvPr>
          <p:cNvSpPr/>
          <p:nvPr userDrawn="1"/>
        </p:nvSpPr>
        <p:spPr>
          <a:xfrm>
            <a:off x="621792" y="2935541"/>
            <a:ext cx="62179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71787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useBgFill="1">
        <p:nvSpPr>
          <p:cNvPr id="7" name="Rechteck 6">
            <a:extLst>
              <a:ext uri="{FF2B5EF4-FFF2-40B4-BE49-F238E27FC236}">
                <a16:creationId xmlns:a16="http://schemas.microsoft.com/office/drawing/2014/main" id="{B541A812-4D3F-4D65-BA64-BA64E37F2C1D}"/>
              </a:ext>
            </a:extLst>
          </p:cNvPr>
          <p:cNvSpPr/>
          <p:nvPr userDrawn="1"/>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el 1">
            <a:extLst>
              <a:ext uri="{FF2B5EF4-FFF2-40B4-BE49-F238E27FC236}">
                <a16:creationId xmlns:a16="http://schemas.microsoft.com/office/drawing/2014/main" id="{B8E44900-E8BF-4B12-8BCB-41076E2B68C7}"/>
              </a:ext>
            </a:extLst>
          </p:cNvPr>
          <p:cNvSpPr>
            <a:spLocks noGrp="1"/>
          </p:cNvSpPr>
          <p:nvPr>
            <p:ph type="title" hasCustomPrompt="1"/>
          </p:nvPr>
        </p:nvSpPr>
        <p:spPr>
          <a:xfrm>
            <a:off x="1078992" y="1938528"/>
            <a:ext cx="7013448" cy="2990088"/>
          </a:xfrm>
        </p:spPr>
        <p:txBody>
          <a:bodyPr rtlCol="0" anchor="ctr">
            <a:normAutofit/>
          </a:bodyPr>
          <a:lstStyle>
            <a:lvl1pPr>
              <a:defRPr sz="5400"/>
            </a:lvl1pPr>
          </a:lstStyle>
          <a:p>
            <a:pPr rtl="0"/>
            <a:r>
              <a:rPr lang="de-DE" noProof="0"/>
              <a:t>Titelmasterformat durch Klicken bearbeiten</a:t>
            </a:r>
          </a:p>
        </p:txBody>
      </p:sp>
      <p:sp>
        <p:nvSpPr>
          <p:cNvPr id="3" name="Textplatzhalter 2">
            <a:extLst>
              <a:ext uri="{FF2B5EF4-FFF2-40B4-BE49-F238E27FC236}">
                <a16:creationId xmlns:a16="http://schemas.microsoft.com/office/drawing/2014/main" id="{917741F9-B00F-4463-A257-6B66DABD9B4E}"/>
              </a:ext>
            </a:extLst>
          </p:cNvPr>
          <p:cNvSpPr>
            <a:spLocks noGrp="1"/>
          </p:cNvSpPr>
          <p:nvPr>
            <p:ph type="body" idx="1" hasCustomPrompt="1"/>
          </p:nvPr>
        </p:nvSpPr>
        <p:spPr>
          <a:xfrm>
            <a:off x="8613648" y="1938528"/>
            <a:ext cx="2688336" cy="2990088"/>
          </a:xfrm>
          <a:solidFill>
            <a:schemeClr val="accent1"/>
          </a:solidFill>
        </p:spPr>
        <p:txBody>
          <a:bodyPr rtlCol="0" anchor="ctr">
            <a:normAutofit/>
          </a:bodyPr>
          <a:lstStyle>
            <a:lvl1pPr marL="0" indent="0">
              <a:buNone/>
              <a:defRPr sz="28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de-DE" noProof="0"/>
              <a:t>Textmasterformat durch Klicken bearbeiten</a:t>
            </a:r>
          </a:p>
        </p:txBody>
      </p:sp>
      <p:sp>
        <p:nvSpPr>
          <p:cNvPr id="12" name="Rechteck 11">
            <a:extLst>
              <a:ext uri="{FF2B5EF4-FFF2-40B4-BE49-F238E27FC236}">
                <a16:creationId xmlns:a16="http://schemas.microsoft.com/office/drawing/2014/main" id="{5716BBE9-8A9C-450B-A235-677945C7ED44}"/>
              </a:ext>
            </a:extLst>
          </p:cNvPr>
          <p:cNvSpPr/>
          <p:nvPr userDrawn="1"/>
        </p:nvSpPr>
        <p:spPr>
          <a:xfrm>
            <a:off x="609084" y="2965074"/>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hteck 13">
            <a:extLst>
              <a:ext uri="{FF2B5EF4-FFF2-40B4-BE49-F238E27FC236}">
                <a16:creationId xmlns:a16="http://schemas.microsoft.com/office/drawing/2014/main" id="{9855E7BF-3629-4C02-98DF-CFC1C93CE036}"/>
              </a:ext>
            </a:extLst>
          </p:cNvPr>
          <p:cNvSpPr/>
          <p:nvPr userDrawn="1"/>
        </p:nvSpPr>
        <p:spPr>
          <a:xfrm rot="5400000">
            <a:off x="7360539" y="3424428"/>
            <a:ext cx="2103120"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335400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useBgFill="1">
        <p:nvSpPr>
          <p:cNvPr id="8" name="Rechteck 7">
            <a:extLst>
              <a:ext uri="{FF2B5EF4-FFF2-40B4-BE49-F238E27FC236}">
                <a16:creationId xmlns:a16="http://schemas.microsoft.com/office/drawing/2014/main" id="{2D6FBB9D-1CAA-4D05-AB33-BABDFE17B843}"/>
              </a:ext>
            </a:extLst>
          </p:cNvPr>
          <p:cNvSpPr/>
          <p:nvPr userDrawn="1"/>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hteck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el 1">
            <a:extLst>
              <a:ext uri="{FF2B5EF4-FFF2-40B4-BE49-F238E27FC236}">
                <a16:creationId xmlns:a16="http://schemas.microsoft.com/office/drawing/2014/main" id="{48D358CF-0758-490A-A084-C46443B9ABE8}"/>
              </a:ext>
            </a:extLst>
          </p:cNvPr>
          <p:cNvSpPr>
            <a:spLocks noGrp="1"/>
          </p:cNvSpPr>
          <p:nvPr>
            <p:ph type="title" hasCustomPrompt="1"/>
          </p:nvPr>
        </p:nvSpPr>
        <p:spPr>
          <a:xfrm>
            <a:off x="1115568" y="548640"/>
            <a:ext cx="10168128" cy="1179576"/>
          </a:xfrm>
        </p:spPr>
        <p:txBody>
          <a:bodyPr rtlCol="0">
            <a:normAutofit/>
          </a:bodyPr>
          <a:lstStyle>
            <a:lvl1pPr>
              <a:defRPr sz="4000"/>
            </a:lvl1pPr>
          </a:lstStyle>
          <a:p>
            <a:pPr rtl="0"/>
            <a:r>
              <a:rPr lang="de-DE" noProof="0"/>
              <a:t>Titelmasterformat durch Klicken bearbeiten</a:t>
            </a:r>
          </a:p>
        </p:txBody>
      </p:sp>
      <p:sp>
        <p:nvSpPr>
          <p:cNvPr id="3" name="Inhaltsplatzhalter 2">
            <a:extLst>
              <a:ext uri="{FF2B5EF4-FFF2-40B4-BE49-F238E27FC236}">
                <a16:creationId xmlns:a16="http://schemas.microsoft.com/office/drawing/2014/main" id="{21671183-B3CE-4F45-92FB-98290CA0E2CA}"/>
              </a:ext>
            </a:extLst>
          </p:cNvPr>
          <p:cNvSpPr>
            <a:spLocks noGrp="1"/>
          </p:cNvSpPr>
          <p:nvPr>
            <p:ph idx="1" hasCustomPrompt="1"/>
          </p:nvPr>
        </p:nvSpPr>
        <p:spPr>
          <a:xfrm>
            <a:off x="1115568" y="2478024"/>
            <a:ext cx="10168128" cy="3694176"/>
          </a:xfrm>
        </p:spPr>
        <p:txBody>
          <a:bodyPr rtlCol="0"/>
          <a:lstStyle/>
          <a:p>
            <a:pPr lvl="0" rtl="0"/>
            <a:r>
              <a:rPr lang="de-DE" noProof="0"/>
              <a:t>Textmasterformate durch Klicken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p>
        </p:txBody>
      </p:sp>
      <p:sp>
        <p:nvSpPr>
          <p:cNvPr id="4" name="Datumsplatzhalter 3">
            <a:extLst>
              <a:ext uri="{FF2B5EF4-FFF2-40B4-BE49-F238E27FC236}">
                <a16:creationId xmlns:a16="http://schemas.microsoft.com/office/drawing/2014/main" id="{3D7DED67-27EC-4D43-A21C-093C1DB04813}"/>
              </a:ext>
            </a:extLst>
          </p:cNvPr>
          <p:cNvSpPr>
            <a:spLocks noGrp="1"/>
          </p:cNvSpPr>
          <p:nvPr>
            <p:ph type="dt" sz="half" idx="10"/>
          </p:nvPr>
        </p:nvSpPr>
        <p:spPr>
          <a:xfrm>
            <a:off x="1101852" y="6356350"/>
            <a:ext cx="2743200" cy="365125"/>
          </a:xfrm>
        </p:spPr>
        <p:txBody>
          <a:bodyPr rtlCol="0"/>
          <a:lstStyle/>
          <a:p>
            <a:pPr rtl="0"/>
            <a:r>
              <a:rPr lang="de-DE" noProof="0"/>
              <a:t>04.09.20XX</a:t>
            </a:r>
          </a:p>
        </p:txBody>
      </p:sp>
      <p:sp>
        <p:nvSpPr>
          <p:cNvPr id="5" name="Fußzeilenplatzhalt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rtlCol="0"/>
          <a:lstStyle/>
          <a:p>
            <a:pPr rtl="0"/>
            <a:r>
              <a:rPr lang="de-DE" noProof="0"/>
              <a:t>Präsentationstitel</a:t>
            </a:r>
          </a:p>
        </p:txBody>
      </p:sp>
      <p:sp>
        <p:nvSpPr>
          <p:cNvPr id="6" name="Foliennummernplatzhalt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rtlCol="0"/>
          <a:lstStyle/>
          <a:p>
            <a:pPr rtl="0"/>
            <a:fld id="{A65A5C87-DF58-40C8-B092-1DE63DB4547E}" type="slidenum">
              <a:rPr lang="de-DE" noProof="0" smtClean="0"/>
              <a:t>‹Nr.›</a:t>
            </a:fld>
            <a:endParaRPr lang="de-DE" noProof="0"/>
          </a:p>
        </p:txBody>
      </p:sp>
    </p:spTree>
    <p:extLst>
      <p:ext uri="{BB962C8B-B14F-4D97-AF65-F5344CB8AC3E}">
        <p14:creationId xmlns:p14="http://schemas.microsoft.com/office/powerpoint/2010/main" val="33938697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Zita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8E44900-E8BF-4B12-8BCB-41076E2B68C7}"/>
              </a:ext>
            </a:extLst>
          </p:cNvPr>
          <p:cNvSpPr>
            <a:spLocks noGrp="1"/>
          </p:cNvSpPr>
          <p:nvPr>
            <p:ph type="title" hasCustomPrompt="1"/>
          </p:nvPr>
        </p:nvSpPr>
        <p:spPr>
          <a:xfrm>
            <a:off x="557784" y="640080"/>
            <a:ext cx="10890504" cy="4114800"/>
          </a:xfrm>
        </p:spPr>
        <p:txBody>
          <a:bodyPr rtlCol="0" anchor="ctr">
            <a:normAutofit/>
          </a:bodyPr>
          <a:lstStyle>
            <a:lvl1pPr algn="ctr">
              <a:defRPr sz="4800"/>
            </a:lvl1pPr>
          </a:lstStyle>
          <a:p>
            <a:pPr rtl="0"/>
            <a:r>
              <a:rPr lang="de-DE" noProof="0"/>
              <a:t>Titelmasterformat durch Klicken bearbeiten</a:t>
            </a:r>
          </a:p>
        </p:txBody>
      </p:sp>
      <p:sp useBgFill="1">
        <p:nvSpPr>
          <p:cNvPr id="4" name="Rechteck 3">
            <a:extLst>
              <a:ext uri="{FF2B5EF4-FFF2-40B4-BE49-F238E27FC236}">
                <a16:creationId xmlns:a16="http://schemas.microsoft.com/office/drawing/2014/main" id="{673635DF-99E4-4A0C-A272-D9FF87695DE7}"/>
              </a:ext>
            </a:extLst>
          </p:cNvPr>
          <p:cNvSpPr/>
          <p:nvPr userDrawn="1"/>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Rechteck 4">
            <a:extLst>
              <a:ext uri="{FF2B5EF4-FFF2-40B4-BE49-F238E27FC236}">
                <a16:creationId xmlns:a16="http://schemas.microsoft.com/office/drawing/2014/main" id="{5590C76F-6331-4485-AA5B-D61483481F68}"/>
              </a:ext>
            </a:extLst>
          </p:cNvPr>
          <p:cNvSpPr/>
          <p:nvPr userDrawn="1"/>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platzhalter 2">
            <a:extLst>
              <a:ext uri="{FF2B5EF4-FFF2-40B4-BE49-F238E27FC236}">
                <a16:creationId xmlns:a16="http://schemas.microsoft.com/office/drawing/2014/main" id="{917741F9-B00F-4463-A257-6B66DABD9B4E}"/>
              </a:ext>
            </a:extLst>
          </p:cNvPr>
          <p:cNvSpPr>
            <a:spLocks noGrp="1"/>
          </p:cNvSpPr>
          <p:nvPr>
            <p:ph type="body" idx="1" hasCustomPrompt="1"/>
          </p:nvPr>
        </p:nvSpPr>
        <p:spPr>
          <a:xfrm>
            <a:off x="841248" y="5102352"/>
            <a:ext cx="10607040" cy="585216"/>
          </a:xfrm>
          <a:solidFill>
            <a:schemeClr val="accent1"/>
          </a:solidFill>
        </p:spPr>
        <p:txBody>
          <a:bodyPr rtlCol="0" anchor="ctr">
            <a:normAutofit/>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de-DE" noProof="0"/>
              <a:t>Textmasterformat durch Klicken bearbeiten</a:t>
            </a:r>
          </a:p>
        </p:txBody>
      </p:sp>
      <p:sp>
        <p:nvSpPr>
          <p:cNvPr id="6" name="Datumsplatzhalter 5">
            <a:extLst>
              <a:ext uri="{FF2B5EF4-FFF2-40B4-BE49-F238E27FC236}">
                <a16:creationId xmlns:a16="http://schemas.microsoft.com/office/drawing/2014/main" id="{ECB2BA4C-9ADA-41DB-B758-9E3CFECDF528}"/>
              </a:ext>
            </a:extLst>
          </p:cNvPr>
          <p:cNvSpPr>
            <a:spLocks noGrp="1"/>
          </p:cNvSpPr>
          <p:nvPr>
            <p:ph type="dt" sz="half" idx="10"/>
          </p:nvPr>
        </p:nvSpPr>
        <p:spPr>
          <a:xfrm>
            <a:off x="905256" y="6356350"/>
            <a:ext cx="2743200" cy="365125"/>
          </a:xfrm>
        </p:spPr>
        <p:txBody>
          <a:bodyPr rtlCol="0"/>
          <a:lstStyle/>
          <a:p>
            <a:pPr rtl="0"/>
            <a:r>
              <a:rPr lang="de-DE" noProof="0"/>
              <a:t>04.09.20XX</a:t>
            </a:r>
          </a:p>
        </p:txBody>
      </p:sp>
      <p:sp>
        <p:nvSpPr>
          <p:cNvPr id="10" name="Fußzeilenplatzhalter 9">
            <a:extLst>
              <a:ext uri="{FF2B5EF4-FFF2-40B4-BE49-F238E27FC236}">
                <a16:creationId xmlns:a16="http://schemas.microsoft.com/office/drawing/2014/main" id="{20957ADB-410A-48BE-AA95-3A708314B02A}"/>
              </a:ext>
            </a:extLst>
          </p:cNvPr>
          <p:cNvSpPr>
            <a:spLocks noGrp="1"/>
          </p:cNvSpPr>
          <p:nvPr>
            <p:ph type="ftr" sz="quarter" idx="11"/>
          </p:nvPr>
        </p:nvSpPr>
        <p:spPr/>
        <p:txBody>
          <a:bodyPr rtlCol="0"/>
          <a:lstStyle/>
          <a:p>
            <a:pPr rtl="0"/>
            <a:r>
              <a:rPr lang="de-DE" noProof="0"/>
              <a:t>Präsentationstitel</a:t>
            </a:r>
          </a:p>
        </p:txBody>
      </p:sp>
      <p:sp>
        <p:nvSpPr>
          <p:cNvPr id="11" name="Foliennummernplatzhalter 10">
            <a:extLst>
              <a:ext uri="{FF2B5EF4-FFF2-40B4-BE49-F238E27FC236}">
                <a16:creationId xmlns:a16="http://schemas.microsoft.com/office/drawing/2014/main" id="{5112591B-8032-4FDF-9B26-8F505642C5C2}"/>
              </a:ext>
            </a:extLst>
          </p:cNvPr>
          <p:cNvSpPr>
            <a:spLocks noGrp="1"/>
          </p:cNvSpPr>
          <p:nvPr>
            <p:ph type="sldNum" sz="quarter" idx="12"/>
          </p:nvPr>
        </p:nvSpPr>
        <p:spPr>
          <a:xfrm>
            <a:off x="8540496" y="6356350"/>
            <a:ext cx="2743200" cy="365125"/>
          </a:xfrm>
        </p:spPr>
        <p:txBody>
          <a:bodyPr rtlCol="0"/>
          <a:lstStyle/>
          <a:p>
            <a:pPr rtl="0"/>
            <a:fld id="{A65A5C87-DF58-40C8-B092-1DE63DB4547E}" type="slidenum">
              <a:rPr lang="de-DE" noProof="0" smtClean="0"/>
              <a:t>‹Nr.›</a:t>
            </a:fld>
            <a:endParaRPr lang="de-DE" noProof="0"/>
          </a:p>
        </p:txBody>
      </p:sp>
    </p:spTree>
    <p:extLst>
      <p:ext uri="{BB962C8B-B14F-4D97-AF65-F5344CB8AC3E}">
        <p14:creationId xmlns:p14="http://schemas.microsoft.com/office/powerpoint/2010/main" val="42445221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useBgFill="1">
        <p:nvSpPr>
          <p:cNvPr id="9" name="Rechteck 8">
            <a:extLst>
              <a:ext uri="{FF2B5EF4-FFF2-40B4-BE49-F238E27FC236}">
                <a16:creationId xmlns:a16="http://schemas.microsoft.com/office/drawing/2014/main" id="{342F4163-FF9F-453F-99BB-82B8FDB0A1F9}"/>
              </a:ext>
            </a:extLst>
          </p:cNvPr>
          <p:cNvSpPr/>
          <p:nvPr userDrawn="1"/>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Bildplatzhalter 14">
            <a:extLst>
              <a:ext uri="{FF2B5EF4-FFF2-40B4-BE49-F238E27FC236}">
                <a16:creationId xmlns:a16="http://schemas.microsoft.com/office/drawing/2014/main" id="{D9F91D62-7A39-4697-A73D-908DBA590EFB}"/>
              </a:ext>
            </a:extLst>
          </p:cNvPr>
          <p:cNvSpPr>
            <a:spLocks noGrp="1"/>
          </p:cNvSpPr>
          <p:nvPr>
            <p:ph type="pic" sz="quarter" idx="13"/>
          </p:nvPr>
        </p:nvSpPr>
        <p:spPr>
          <a:xfrm>
            <a:off x="5422392" y="2798064"/>
            <a:ext cx="1463040" cy="1481328"/>
          </a:xfrm>
        </p:spPr>
        <p:txBody>
          <a:bodyPr rtlCol="0" anchor="ctr"/>
          <a:lstStyle>
            <a:lvl1pPr algn="ctr">
              <a:buNone/>
              <a:defRPr/>
            </a:lvl1pPr>
          </a:lstStyle>
          <a:p>
            <a:pPr rtl="0"/>
            <a:r>
              <a:rPr lang="de-DE" noProof="0"/>
              <a:t>Bild durch Klicken auf Symbol hinzufügen</a:t>
            </a:r>
          </a:p>
        </p:txBody>
      </p:sp>
      <p:sp>
        <p:nvSpPr>
          <p:cNvPr id="10" name="Bildplatzhalter 14">
            <a:extLst>
              <a:ext uri="{FF2B5EF4-FFF2-40B4-BE49-F238E27FC236}">
                <a16:creationId xmlns:a16="http://schemas.microsoft.com/office/drawing/2014/main" id="{687A7A61-F904-44E0-837C-FB357932BC1E}"/>
              </a:ext>
            </a:extLst>
          </p:cNvPr>
          <p:cNvSpPr>
            <a:spLocks noGrp="1"/>
          </p:cNvSpPr>
          <p:nvPr>
            <p:ph type="pic" sz="quarter" idx="14"/>
          </p:nvPr>
        </p:nvSpPr>
        <p:spPr>
          <a:xfrm>
            <a:off x="576072" y="2798064"/>
            <a:ext cx="1463040" cy="1481328"/>
          </a:xfrm>
        </p:spPr>
        <p:txBody>
          <a:bodyPr rtlCol="0" anchor="ctr"/>
          <a:lstStyle>
            <a:lvl1pPr algn="ctr">
              <a:buNone/>
              <a:defRPr/>
            </a:lvl1pPr>
          </a:lstStyle>
          <a:p>
            <a:pPr rtl="0"/>
            <a:r>
              <a:rPr lang="de-DE" noProof="0"/>
              <a:t>Bild durch Klicken auf Symbol hinzufügen</a:t>
            </a:r>
          </a:p>
        </p:txBody>
      </p:sp>
      <p:sp>
        <p:nvSpPr>
          <p:cNvPr id="16" name="Bildplatzhalter 14">
            <a:extLst>
              <a:ext uri="{FF2B5EF4-FFF2-40B4-BE49-F238E27FC236}">
                <a16:creationId xmlns:a16="http://schemas.microsoft.com/office/drawing/2014/main" id="{6B8374DB-2C54-426F-9768-7B838BE1F98D}"/>
              </a:ext>
            </a:extLst>
          </p:cNvPr>
          <p:cNvSpPr>
            <a:spLocks noGrp="1"/>
          </p:cNvSpPr>
          <p:nvPr>
            <p:ph type="pic" sz="quarter" idx="21"/>
          </p:nvPr>
        </p:nvSpPr>
        <p:spPr>
          <a:xfrm>
            <a:off x="7845552" y="2798064"/>
            <a:ext cx="1463040" cy="1481328"/>
          </a:xfrm>
        </p:spPr>
        <p:txBody>
          <a:bodyPr rtlCol="0" anchor="ctr"/>
          <a:lstStyle>
            <a:lvl1pPr algn="ctr">
              <a:buNone/>
              <a:defRPr/>
            </a:lvl1pPr>
          </a:lstStyle>
          <a:p>
            <a:pPr rtl="0"/>
            <a:r>
              <a:rPr lang="de-DE" noProof="0"/>
              <a:t>Bild durch Klicken auf Symbol hinzufügen</a:t>
            </a:r>
          </a:p>
        </p:txBody>
      </p:sp>
      <p:sp>
        <p:nvSpPr>
          <p:cNvPr id="27" name="Rechteck 26">
            <a:extLst>
              <a:ext uri="{FF2B5EF4-FFF2-40B4-BE49-F238E27FC236}">
                <a16:creationId xmlns:a16="http://schemas.microsoft.com/office/drawing/2014/main" id="{76763C05-47FB-4725-A20D-066889246220}"/>
              </a:ext>
            </a:extLst>
          </p:cNvPr>
          <p:cNvSpPr/>
          <p:nvPr userDrawn="1"/>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Titel 1">
            <a:extLst>
              <a:ext uri="{FF2B5EF4-FFF2-40B4-BE49-F238E27FC236}">
                <a16:creationId xmlns:a16="http://schemas.microsoft.com/office/drawing/2014/main" id="{9EDC39EC-C00D-4DE8-8828-E0E5AD579F19}"/>
              </a:ext>
            </a:extLst>
          </p:cNvPr>
          <p:cNvSpPr>
            <a:spLocks noGrp="1"/>
          </p:cNvSpPr>
          <p:nvPr>
            <p:ph type="title" hasCustomPrompt="1"/>
          </p:nvPr>
        </p:nvSpPr>
        <p:spPr>
          <a:xfrm>
            <a:off x="1115568" y="548640"/>
            <a:ext cx="10168128" cy="1179576"/>
          </a:xfrm>
        </p:spPr>
        <p:txBody>
          <a:bodyPr rtlCol="0">
            <a:normAutofit/>
          </a:bodyPr>
          <a:lstStyle>
            <a:lvl1pPr>
              <a:defRPr sz="4000"/>
            </a:lvl1pPr>
          </a:lstStyle>
          <a:p>
            <a:pPr rtl="0"/>
            <a:r>
              <a:rPr lang="de-DE" noProof="0"/>
              <a:t>Titelmasterformat durch Klicken bearbeiten</a:t>
            </a:r>
          </a:p>
        </p:txBody>
      </p:sp>
      <p:sp>
        <p:nvSpPr>
          <p:cNvPr id="32" name="Bildplatzhalter 14">
            <a:extLst>
              <a:ext uri="{FF2B5EF4-FFF2-40B4-BE49-F238E27FC236}">
                <a16:creationId xmlns:a16="http://schemas.microsoft.com/office/drawing/2014/main" id="{AC393A50-B0FA-44B0-850A-6E748DECA20A}"/>
              </a:ext>
            </a:extLst>
          </p:cNvPr>
          <p:cNvSpPr>
            <a:spLocks noGrp="1"/>
          </p:cNvSpPr>
          <p:nvPr>
            <p:ph type="pic" sz="quarter" idx="28"/>
          </p:nvPr>
        </p:nvSpPr>
        <p:spPr>
          <a:xfrm>
            <a:off x="2999232" y="2798064"/>
            <a:ext cx="1463040" cy="1481328"/>
          </a:xfrm>
        </p:spPr>
        <p:txBody>
          <a:bodyPr rtlCol="0" anchor="ctr"/>
          <a:lstStyle>
            <a:lvl1pPr algn="ctr">
              <a:buNone/>
              <a:defRPr/>
            </a:lvl1pPr>
          </a:lstStyle>
          <a:p>
            <a:pPr rtl="0"/>
            <a:r>
              <a:rPr lang="de-DE" noProof="0"/>
              <a:t>Bild durch Klicken auf Symbol hinzufügen</a:t>
            </a:r>
          </a:p>
        </p:txBody>
      </p:sp>
      <p:sp>
        <p:nvSpPr>
          <p:cNvPr id="33" name="Bildplatzhalter 14">
            <a:extLst>
              <a:ext uri="{FF2B5EF4-FFF2-40B4-BE49-F238E27FC236}">
                <a16:creationId xmlns:a16="http://schemas.microsoft.com/office/drawing/2014/main" id="{C19D18E3-AE27-4902-A5E1-1E388C8CA886}"/>
              </a:ext>
            </a:extLst>
          </p:cNvPr>
          <p:cNvSpPr>
            <a:spLocks noGrp="1"/>
          </p:cNvSpPr>
          <p:nvPr>
            <p:ph type="pic" sz="quarter" idx="29"/>
          </p:nvPr>
        </p:nvSpPr>
        <p:spPr>
          <a:xfrm>
            <a:off x="10268712" y="2798064"/>
            <a:ext cx="1463040" cy="1481328"/>
          </a:xfrm>
        </p:spPr>
        <p:txBody>
          <a:bodyPr rtlCol="0" anchor="ctr"/>
          <a:lstStyle>
            <a:lvl1pPr algn="ctr">
              <a:buNone/>
              <a:defRPr/>
            </a:lvl1pPr>
          </a:lstStyle>
          <a:p>
            <a:pPr rtl="0"/>
            <a:r>
              <a:rPr lang="de-DE" noProof="0"/>
              <a:t>Bild durch Klicken auf Symbol hinzufügen</a:t>
            </a:r>
          </a:p>
        </p:txBody>
      </p:sp>
      <p:sp>
        <p:nvSpPr>
          <p:cNvPr id="11" name="Datumsplatzhalter 10">
            <a:extLst>
              <a:ext uri="{FF2B5EF4-FFF2-40B4-BE49-F238E27FC236}">
                <a16:creationId xmlns:a16="http://schemas.microsoft.com/office/drawing/2014/main" id="{C4A1E4D4-19E0-496B-BBAF-99A720781C00}"/>
              </a:ext>
            </a:extLst>
          </p:cNvPr>
          <p:cNvSpPr>
            <a:spLocks noGrp="1"/>
          </p:cNvSpPr>
          <p:nvPr>
            <p:ph type="dt" sz="half" idx="32"/>
          </p:nvPr>
        </p:nvSpPr>
        <p:spPr>
          <a:xfrm>
            <a:off x="905256" y="6356350"/>
            <a:ext cx="2743200" cy="365125"/>
          </a:xfrm>
        </p:spPr>
        <p:txBody>
          <a:bodyPr rtlCol="0"/>
          <a:lstStyle/>
          <a:p>
            <a:pPr rtl="0"/>
            <a:r>
              <a:rPr lang="de-DE" noProof="0"/>
              <a:t>04.09.20XX</a:t>
            </a:r>
          </a:p>
        </p:txBody>
      </p:sp>
      <p:sp>
        <p:nvSpPr>
          <p:cNvPr id="12" name="Fußzeilenplatzhalter 11">
            <a:extLst>
              <a:ext uri="{FF2B5EF4-FFF2-40B4-BE49-F238E27FC236}">
                <a16:creationId xmlns:a16="http://schemas.microsoft.com/office/drawing/2014/main" id="{D0281C10-EAAA-4F45-8CC9-87F9F9116C21}"/>
              </a:ext>
            </a:extLst>
          </p:cNvPr>
          <p:cNvSpPr>
            <a:spLocks noGrp="1"/>
          </p:cNvSpPr>
          <p:nvPr>
            <p:ph type="ftr" sz="quarter" idx="33"/>
          </p:nvPr>
        </p:nvSpPr>
        <p:spPr/>
        <p:txBody>
          <a:bodyPr rtlCol="0"/>
          <a:lstStyle/>
          <a:p>
            <a:pPr rtl="0"/>
            <a:r>
              <a:rPr lang="de-DE" noProof="0"/>
              <a:t>Präsentationstitel</a:t>
            </a:r>
          </a:p>
        </p:txBody>
      </p:sp>
      <p:sp>
        <p:nvSpPr>
          <p:cNvPr id="13" name="Foliennummernplatzhalter 12">
            <a:extLst>
              <a:ext uri="{FF2B5EF4-FFF2-40B4-BE49-F238E27FC236}">
                <a16:creationId xmlns:a16="http://schemas.microsoft.com/office/drawing/2014/main" id="{389175D6-43FD-42A2-8595-893FC3BFCDF6}"/>
              </a:ext>
            </a:extLst>
          </p:cNvPr>
          <p:cNvSpPr>
            <a:spLocks noGrp="1"/>
          </p:cNvSpPr>
          <p:nvPr>
            <p:ph type="sldNum" sz="quarter" idx="34"/>
          </p:nvPr>
        </p:nvSpPr>
        <p:spPr/>
        <p:txBody>
          <a:bodyPr rtlCol="0"/>
          <a:lstStyle/>
          <a:p>
            <a:pPr rtl="0"/>
            <a:fld id="{A65A5C87-DF58-40C8-B092-1DE63DB4547E}" type="slidenum">
              <a:rPr lang="de-DE" noProof="0" smtClean="0"/>
              <a:t>‹Nr.›</a:t>
            </a:fld>
            <a:endParaRPr lang="de-DE" noProof="0"/>
          </a:p>
        </p:txBody>
      </p:sp>
      <p:sp>
        <p:nvSpPr>
          <p:cNvPr id="37" name="Textplatzhalter 35">
            <a:extLst>
              <a:ext uri="{FF2B5EF4-FFF2-40B4-BE49-F238E27FC236}">
                <a16:creationId xmlns:a16="http://schemas.microsoft.com/office/drawing/2014/main" id="{28F74B10-F76D-4BBB-A284-01D5A0DF8BCB}"/>
              </a:ext>
            </a:extLst>
          </p:cNvPr>
          <p:cNvSpPr>
            <a:spLocks noGrp="1"/>
          </p:cNvSpPr>
          <p:nvPr>
            <p:ph type="body" sz="quarter" idx="36" hasCustomPrompt="1"/>
          </p:nvPr>
        </p:nvSpPr>
        <p:spPr>
          <a:xfrm>
            <a:off x="5431536" y="4489704"/>
            <a:ext cx="1462088" cy="649288"/>
          </a:xfrm>
        </p:spPr>
        <p:txBody>
          <a:bodyPr rtlCol="0"/>
          <a:lstStyle>
            <a:lvl1pPr marL="0" indent="0" algn="ctr">
              <a:lnSpc>
                <a:spcPct val="100000"/>
              </a:lnSpc>
              <a:spcBef>
                <a:spcPts val="0"/>
              </a:spcBef>
              <a:buNone/>
              <a:defRPr sz="2000"/>
            </a:lvl1pPr>
            <a:lvl2pPr marL="0" indent="0" algn="ctr">
              <a:lnSpc>
                <a:spcPct val="100000"/>
              </a:lnSpc>
              <a:spcBef>
                <a:spcPts val="0"/>
              </a:spcBef>
              <a:buNone/>
              <a:defRPr sz="1600"/>
            </a:lvl2pPr>
            <a:lvl3pPr>
              <a:defRPr sz="2000"/>
            </a:lvl3pPr>
            <a:lvl4pPr>
              <a:defRPr sz="2000"/>
            </a:lvl4pPr>
            <a:lvl5pPr>
              <a:defRPr sz="2000"/>
            </a:lvl5pPr>
          </a:lstStyle>
          <a:p>
            <a:pPr lvl="0" rtl="0"/>
            <a:r>
              <a:rPr lang="de-DE" noProof="0"/>
              <a:t>Name</a:t>
            </a:r>
          </a:p>
          <a:p>
            <a:pPr lvl="1" rtl="0"/>
            <a:r>
              <a:rPr lang="de-DE" noProof="0"/>
              <a:t>Titel</a:t>
            </a:r>
          </a:p>
        </p:txBody>
      </p:sp>
      <p:sp>
        <p:nvSpPr>
          <p:cNvPr id="38" name="Textplatzhalter 35">
            <a:extLst>
              <a:ext uri="{FF2B5EF4-FFF2-40B4-BE49-F238E27FC236}">
                <a16:creationId xmlns:a16="http://schemas.microsoft.com/office/drawing/2014/main" id="{BD245DC2-6D7B-4AEE-B8EE-0D0E473AFFF5}"/>
              </a:ext>
            </a:extLst>
          </p:cNvPr>
          <p:cNvSpPr>
            <a:spLocks noGrp="1"/>
          </p:cNvSpPr>
          <p:nvPr>
            <p:ph type="body" sz="quarter" idx="37" hasCustomPrompt="1"/>
          </p:nvPr>
        </p:nvSpPr>
        <p:spPr>
          <a:xfrm>
            <a:off x="7845552" y="4489704"/>
            <a:ext cx="1462088" cy="649288"/>
          </a:xfrm>
        </p:spPr>
        <p:txBody>
          <a:bodyPr rtlCol="0"/>
          <a:lstStyle>
            <a:lvl1pPr marL="0" indent="0" algn="ctr">
              <a:lnSpc>
                <a:spcPct val="100000"/>
              </a:lnSpc>
              <a:spcBef>
                <a:spcPts val="0"/>
              </a:spcBef>
              <a:buNone/>
              <a:defRPr sz="2000"/>
            </a:lvl1pPr>
            <a:lvl2pPr marL="0" indent="0" algn="ctr">
              <a:lnSpc>
                <a:spcPct val="100000"/>
              </a:lnSpc>
              <a:spcBef>
                <a:spcPts val="0"/>
              </a:spcBef>
              <a:buNone/>
              <a:defRPr sz="1600"/>
            </a:lvl2pPr>
            <a:lvl3pPr>
              <a:defRPr sz="2000"/>
            </a:lvl3pPr>
            <a:lvl4pPr>
              <a:defRPr sz="2000"/>
            </a:lvl4pPr>
            <a:lvl5pPr>
              <a:defRPr sz="2000"/>
            </a:lvl5pPr>
          </a:lstStyle>
          <a:p>
            <a:pPr lvl="0" rtl="0"/>
            <a:r>
              <a:rPr lang="de-DE" noProof="0"/>
              <a:t>Name</a:t>
            </a:r>
          </a:p>
          <a:p>
            <a:pPr lvl="1" rtl="0"/>
            <a:r>
              <a:rPr lang="de-DE" noProof="0"/>
              <a:t>Titel</a:t>
            </a:r>
          </a:p>
        </p:txBody>
      </p:sp>
      <p:sp>
        <p:nvSpPr>
          <p:cNvPr id="39" name="Textplatzhalter 35">
            <a:extLst>
              <a:ext uri="{FF2B5EF4-FFF2-40B4-BE49-F238E27FC236}">
                <a16:creationId xmlns:a16="http://schemas.microsoft.com/office/drawing/2014/main" id="{28069EAF-8C82-49CC-8A38-2ACAD26F7DE9}"/>
              </a:ext>
            </a:extLst>
          </p:cNvPr>
          <p:cNvSpPr>
            <a:spLocks noGrp="1"/>
          </p:cNvSpPr>
          <p:nvPr>
            <p:ph type="body" sz="quarter" idx="38" hasCustomPrompt="1"/>
          </p:nvPr>
        </p:nvSpPr>
        <p:spPr>
          <a:xfrm>
            <a:off x="10268712" y="4489704"/>
            <a:ext cx="1462088" cy="649288"/>
          </a:xfrm>
        </p:spPr>
        <p:txBody>
          <a:bodyPr rtlCol="0"/>
          <a:lstStyle>
            <a:lvl1pPr marL="0" indent="0" algn="ctr">
              <a:lnSpc>
                <a:spcPct val="100000"/>
              </a:lnSpc>
              <a:spcBef>
                <a:spcPts val="0"/>
              </a:spcBef>
              <a:buNone/>
              <a:defRPr sz="2000"/>
            </a:lvl1pPr>
            <a:lvl2pPr marL="0" indent="0" algn="ctr">
              <a:lnSpc>
                <a:spcPct val="100000"/>
              </a:lnSpc>
              <a:spcBef>
                <a:spcPts val="0"/>
              </a:spcBef>
              <a:buNone/>
              <a:defRPr sz="1600"/>
            </a:lvl2pPr>
            <a:lvl3pPr>
              <a:defRPr sz="2000"/>
            </a:lvl3pPr>
            <a:lvl4pPr>
              <a:defRPr sz="2000"/>
            </a:lvl4pPr>
            <a:lvl5pPr>
              <a:defRPr sz="2000"/>
            </a:lvl5pPr>
          </a:lstStyle>
          <a:p>
            <a:pPr lvl="0" rtl="0"/>
            <a:r>
              <a:rPr lang="de-DE" noProof="0"/>
              <a:t>Name</a:t>
            </a:r>
          </a:p>
          <a:p>
            <a:pPr lvl="1" rtl="0"/>
            <a:r>
              <a:rPr lang="de-DE" noProof="0"/>
              <a:t>Titel</a:t>
            </a:r>
          </a:p>
        </p:txBody>
      </p:sp>
      <p:sp>
        <p:nvSpPr>
          <p:cNvPr id="40" name="Textplatzhalter 35">
            <a:extLst>
              <a:ext uri="{FF2B5EF4-FFF2-40B4-BE49-F238E27FC236}">
                <a16:creationId xmlns:a16="http://schemas.microsoft.com/office/drawing/2014/main" id="{DAA3B1CD-59B3-4B73-B91A-88CED1D8FDD6}"/>
              </a:ext>
            </a:extLst>
          </p:cNvPr>
          <p:cNvSpPr>
            <a:spLocks noGrp="1"/>
          </p:cNvSpPr>
          <p:nvPr>
            <p:ph type="body" sz="quarter" idx="39" hasCustomPrompt="1"/>
          </p:nvPr>
        </p:nvSpPr>
        <p:spPr>
          <a:xfrm>
            <a:off x="594360" y="4489704"/>
            <a:ext cx="1462088" cy="649288"/>
          </a:xfrm>
        </p:spPr>
        <p:txBody>
          <a:bodyPr rtlCol="0"/>
          <a:lstStyle>
            <a:lvl1pPr marL="0" indent="0" algn="ctr">
              <a:lnSpc>
                <a:spcPct val="100000"/>
              </a:lnSpc>
              <a:spcBef>
                <a:spcPts val="0"/>
              </a:spcBef>
              <a:buNone/>
              <a:defRPr sz="2000"/>
            </a:lvl1pPr>
            <a:lvl2pPr marL="0" indent="0" algn="ctr">
              <a:lnSpc>
                <a:spcPct val="100000"/>
              </a:lnSpc>
              <a:spcBef>
                <a:spcPts val="0"/>
              </a:spcBef>
              <a:buNone/>
              <a:defRPr sz="1600"/>
            </a:lvl2pPr>
            <a:lvl3pPr>
              <a:defRPr sz="2000"/>
            </a:lvl3pPr>
            <a:lvl4pPr>
              <a:defRPr sz="2000"/>
            </a:lvl4pPr>
            <a:lvl5pPr>
              <a:defRPr sz="2000"/>
            </a:lvl5pPr>
          </a:lstStyle>
          <a:p>
            <a:pPr lvl="0" rtl="0"/>
            <a:r>
              <a:rPr lang="de-DE" noProof="0"/>
              <a:t>Name</a:t>
            </a:r>
          </a:p>
          <a:p>
            <a:pPr lvl="1" rtl="0"/>
            <a:r>
              <a:rPr lang="de-DE" noProof="0"/>
              <a:t>Titel</a:t>
            </a:r>
          </a:p>
        </p:txBody>
      </p:sp>
      <p:sp>
        <p:nvSpPr>
          <p:cNvPr id="41" name="Textplatzhalter 35">
            <a:extLst>
              <a:ext uri="{FF2B5EF4-FFF2-40B4-BE49-F238E27FC236}">
                <a16:creationId xmlns:a16="http://schemas.microsoft.com/office/drawing/2014/main" id="{C1FED6B0-DEB7-46E3-8038-FE6788AC24A9}"/>
              </a:ext>
            </a:extLst>
          </p:cNvPr>
          <p:cNvSpPr>
            <a:spLocks noGrp="1"/>
          </p:cNvSpPr>
          <p:nvPr>
            <p:ph type="body" sz="quarter" idx="35" hasCustomPrompt="1"/>
          </p:nvPr>
        </p:nvSpPr>
        <p:spPr>
          <a:xfrm>
            <a:off x="3008376" y="4489704"/>
            <a:ext cx="1462088" cy="649288"/>
          </a:xfrm>
        </p:spPr>
        <p:txBody>
          <a:bodyPr rtlCol="0"/>
          <a:lstStyle>
            <a:lvl1pPr marL="0" indent="0" algn="ctr">
              <a:lnSpc>
                <a:spcPct val="100000"/>
              </a:lnSpc>
              <a:spcBef>
                <a:spcPts val="0"/>
              </a:spcBef>
              <a:buNone/>
              <a:defRPr sz="2000"/>
            </a:lvl1pPr>
            <a:lvl2pPr marL="0" indent="0" algn="ctr">
              <a:lnSpc>
                <a:spcPct val="100000"/>
              </a:lnSpc>
              <a:spcBef>
                <a:spcPts val="0"/>
              </a:spcBef>
              <a:buNone/>
              <a:defRPr sz="1600"/>
            </a:lvl2pPr>
            <a:lvl3pPr>
              <a:defRPr sz="2000"/>
            </a:lvl3pPr>
            <a:lvl4pPr>
              <a:defRPr sz="2000"/>
            </a:lvl4pPr>
            <a:lvl5pPr>
              <a:defRPr sz="2000"/>
            </a:lvl5pPr>
          </a:lstStyle>
          <a:p>
            <a:pPr lvl="0" rtl="0"/>
            <a:r>
              <a:rPr lang="de-DE" noProof="0"/>
              <a:t>Name</a:t>
            </a:r>
          </a:p>
          <a:p>
            <a:pPr lvl="1" rtl="0"/>
            <a:r>
              <a:rPr lang="de-DE" noProof="0"/>
              <a:t>Titel</a:t>
            </a:r>
          </a:p>
        </p:txBody>
      </p:sp>
    </p:spTree>
    <p:extLst>
      <p:ext uri="{BB962C8B-B14F-4D97-AF65-F5344CB8AC3E}">
        <p14:creationId xmlns:p14="http://schemas.microsoft.com/office/powerpoint/2010/main" val="4315117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useBgFill="1">
        <p:nvSpPr>
          <p:cNvPr id="11" name="Rechteck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hteck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el 1">
            <a:extLst>
              <a:ext uri="{FF2B5EF4-FFF2-40B4-BE49-F238E27FC236}">
                <a16:creationId xmlns:a16="http://schemas.microsoft.com/office/drawing/2014/main" id="{0F8F91F8-0767-40B5-A3AA-72931FC192EA}"/>
              </a:ext>
            </a:extLst>
          </p:cNvPr>
          <p:cNvSpPr>
            <a:spLocks noGrp="1"/>
          </p:cNvSpPr>
          <p:nvPr>
            <p:ph type="title" hasCustomPrompt="1"/>
          </p:nvPr>
        </p:nvSpPr>
        <p:spPr>
          <a:xfrm>
            <a:off x="1115568" y="548640"/>
            <a:ext cx="10168128" cy="1179576"/>
          </a:xfrm>
        </p:spPr>
        <p:txBody>
          <a:bodyPr rtlCol="0">
            <a:normAutofit/>
          </a:bodyPr>
          <a:lstStyle>
            <a:lvl1pPr>
              <a:defRPr sz="4000"/>
            </a:lvl1pPr>
          </a:lstStyle>
          <a:p>
            <a:pPr rtl="0"/>
            <a:r>
              <a:rPr lang="de-DE" noProof="0"/>
              <a:t>Titelmasterformat durch Klicken bearbeiten</a:t>
            </a:r>
          </a:p>
        </p:txBody>
      </p:sp>
      <p:sp>
        <p:nvSpPr>
          <p:cNvPr id="3" name="Textplatzhalter 2">
            <a:extLst>
              <a:ext uri="{FF2B5EF4-FFF2-40B4-BE49-F238E27FC236}">
                <a16:creationId xmlns:a16="http://schemas.microsoft.com/office/drawing/2014/main" id="{AAAE0554-8BEE-4BF6-9519-51B8475D35E1}"/>
              </a:ext>
            </a:extLst>
          </p:cNvPr>
          <p:cNvSpPr>
            <a:spLocks noGrp="1"/>
          </p:cNvSpPr>
          <p:nvPr>
            <p:ph type="body" idx="1" hasCustomPrompt="1"/>
          </p:nvPr>
        </p:nvSpPr>
        <p:spPr>
          <a:xfrm>
            <a:off x="1115568" y="2372650"/>
            <a:ext cx="4937760" cy="823912"/>
          </a:xfrm>
        </p:spPr>
        <p:txBody>
          <a:bodyPr rtlCol="0"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Textmasterformate durch Klicken bearbeiten</a:t>
            </a:r>
          </a:p>
        </p:txBody>
      </p:sp>
      <p:sp>
        <p:nvSpPr>
          <p:cNvPr id="4" name="Inhaltsplatzhalter 3">
            <a:extLst>
              <a:ext uri="{FF2B5EF4-FFF2-40B4-BE49-F238E27FC236}">
                <a16:creationId xmlns:a16="http://schemas.microsoft.com/office/drawing/2014/main" id="{FD4A358D-C930-48E0-B372-06A826B74C47}"/>
              </a:ext>
            </a:extLst>
          </p:cNvPr>
          <p:cNvSpPr>
            <a:spLocks noGrp="1"/>
          </p:cNvSpPr>
          <p:nvPr>
            <p:ph sz="half" idx="2" hasCustomPrompt="1"/>
          </p:nvPr>
        </p:nvSpPr>
        <p:spPr>
          <a:xfrm>
            <a:off x="1115568" y="3203688"/>
            <a:ext cx="4937760" cy="2968512"/>
          </a:xfrm>
        </p:spPr>
        <p:txBody>
          <a:bodyPr rtlCol="0"/>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rtl="0"/>
            <a:r>
              <a:rPr lang="de-DE" noProof="0"/>
              <a:t>Textmasterformate durch Klicken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p>
        </p:txBody>
      </p:sp>
      <p:sp>
        <p:nvSpPr>
          <p:cNvPr id="5" name="Textplatzhalter 4">
            <a:extLst>
              <a:ext uri="{FF2B5EF4-FFF2-40B4-BE49-F238E27FC236}">
                <a16:creationId xmlns:a16="http://schemas.microsoft.com/office/drawing/2014/main" id="{83B6615E-4966-4150-83B6-C47591B36383}"/>
              </a:ext>
            </a:extLst>
          </p:cNvPr>
          <p:cNvSpPr>
            <a:spLocks noGrp="1"/>
          </p:cNvSpPr>
          <p:nvPr>
            <p:ph type="body" sz="quarter" idx="3" hasCustomPrompt="1"/>
          </p:nvPr>
        </p:nvSpPr>
        <p:spPr>
          <a:xfrm>
            <a:off x="6345936" y="2372650"/>
            <a:ext cx="4937760" cy="823912"/>
          </a:xfrm>
        </p:spPr>
        <p:txBody>
          <a:bodyPr rtlCol="0"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Textmasterformat durch Klicken bearbeiten</a:t>
            </a:r>
          </a:p>
        </p:txBody>
      </p:sp>
      <p:sp>
        <p:nvSpPr>
          <p:cNvPr id="6" name="Inhaltsplatzhalter 5">
            <a:extLst>
              <a:ext uri="{FF2B5EF4-FFF2-40B4-BE49-F238E27FC236}">
                <a16:creationId xmlns:a16="http://schemas.microsoft.com/office/drawing/2014/main" id="{BD409F6B-C17B-4B4F-9F35-5068BDC4E2FD}"/>
              </a:ext>
            </a:extLst>
          </p:cNvPr>
          <p:cNvSpPr>
            <a:spLocks noGrp="1"/>
          </p:cNvSpPr>
          <p:nvPr>
            <p:ph sz="quarter" idx="4" hasCustomPrompt="1"/>
          </p:nvPr>
        </p:nvSpPr>
        <p:spPr>
          <a:xfrm>
            <a:off x="6345936" y="3203687"/>
            <a:ext cx="4937760" cy="2968511"/>
          </a:xfrm>
        </p:spPr>
        <p:txBody>
          <a:bodyPr rtlCol="0"/>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rtl="0"/>
            <a:r>
              <a:rPr lang="de-DE" noProof="0"/>
              <a:t>Textmasterformate durch Klicken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p>
        </p:txBody>
      </p:sp>
      <p:sp>
        <p:nvSpPr>
          <p:cNvPr id="7" name="Datumsplatzhalter 6">
            <a:extLst>
              <a:ext uri="{FF2B5EF4-FFF2-40B4-BE49-F238E27FC236}">
                <a16:creationId xmlns:a16="http://schemas.microsoft.com/office/drawing/2014/main" id="{C8BC356D-052B-4A9B-8B2F-6665FD325AB3}"/>
              </a:ext>
            </a:extLst>
          </p:cNvPr>
          <p:cNvSpPr>
            <a:spLocks noGrp="1"/>
          </p:cNvSpPr>
          <p:nvPr>
            <p:ph type="dt" sz="half" idx="10"/>
          </p:nvPr>
        </p:nvSpPr>
        <p:spPr>
          <a:xfrm>
            <a:off x="905256" y="6356350"/>
            <a:ext cx="2743200" cy="365125"/>
          </a:xfrm>
        </p:spPr>
        <p:txBody>
          <a:bodyPr rtlCol="0"/>
          <a:lstStyle/>
          <a:p>
            <a:pPr rtl="0"/>
            <a:r>
              <a:rPr lang="de-DE" noProof="0"/>
              <a:t>04.09.20XX</a:t>
            </a:r>
          </a:p>
        </p:txBody>
      </p:sp>
      <p:sp>
        <p:nvSpPr>
          <p:cNvPr id="8" name="Fußzeilenplatzhalt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rtlCol="0"/>
          <a:lstStyle/>
          <a:p>
            <a:pPr rtl="0"/>
            <a:r>
              <a:rPr lang="de-DE" noProof="0"/>
              <a:t>Präsentationstitel</a:t>
            </a:r>
          </a:p>
        </p:txBody>
      </p:sp>
      <p:sp>
        <p:nvSpPr>
          <p:cNvPr id="9" name="Foliennummernplatzhalt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rtlCol="0"/>
          <a:lstStyle/>
          <a:p>
            <a:pPr rtl="0"/>
            <a:fld id="{A65A5C87-DF58-40C8-B092-1DE63DB4547E}" type="slidenum">
              <a:rPr lang="de-DE" noProof="0" smtClean="0"/>
              <a:t>‹Nr.›</a:t>
            </a:fld>
            <a:endParaRPr lang="de-DE" noProof="0"/>
          </a:p>
        </p:txBody>
      </p:sp>
    </p:spTree>
    <p:extLst>
      <p:ext uri="{BB962C8B-B14F-4D97-AF65-F5344CB8AC3E}">
        <p14:creationId xmlns:p14="http://schemas.microsoft.com/office/powerpoint/2010/main" val="16069349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Vergleich 3 Spalte">
    <p:spTree>
      <p:nvGrpSpPr>
        <p:cNvPr id="1" name=""/>
        <p:cNvGrpSpPr/>
        <p:nvPr/>
      </p:nvGrpSpPr>
      <p:grpSpPr>
        <a:xfrm>
          <a:off x="0" y="0"/>
          <a:ext cx="0" cy="0"/>
          <a:chOff x="0" y="0"/>
          <a:chExt cx="0" cy="0"/>
        </a:xfrm>
      </p:grpSpPr>
      <p:sp useBgFill="1">
        <p:nvSpPr>
          <p:cNvPr id="11" name="Rechteck 10">
            <a:extLst>
              <a:ext uri="{FF2B5EF4-FFF2-40B4-BE49-F238E27FC236}">
                <a16:creationId xmlns:a16="http://schemas.microsoft.com/office/drawing/2014/main" id="{6B671BDE-E45C-41A1-9B98-4A607D703855}"/>
              </a:ext>
            </a:extLst>
          </p:cNvPr>
          <p:cNvSpPr/>
          <p:nvPr userDrawn="1"/>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hteck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el 1">
            <a:extLst>
              <a:ext uri="{FF2B5EF4-FFF2-40B4-BE49-F238E27FC236}">
                <a16:creationId xmlns:a16="http://schemas.microsoft.com/office/drawing/2014/main" id="{0F8F91F8-0767-40B5-A3AA-72931FC192EA}"/>
              </a:ext>
            </a:extLst>
          </p:cNvPr>
          <p:cNvSpPr>
            <a:spLocks noGrp="1"/>
          </p:cNvSpPr>
          <p:nvPr>
            <p:ph type="title" hasCustomPrompt="1"/>
          </p:nvPr>
        </p:nvSpPr>
        <p:spPr>
          <a:xfrm>
            <a:off x="1115568" y="548640"/>
            <a:ext cx="10168128" cy="1179576"/>
          </a:xfrm>
        </p:spPr>
        <p:txBody>
          <a:bodyPr rtlCol="0">
            <a:normAutofit/>
          </a:bodyPr>
          <a:lstStyle>
            <a:lvl1pPr>
              <a:defRPr sz="4000"/>
            </a:lvl1pPr>
          </a:lstStyle>
          <a:p>
            <a:pPr rtl="0"/>
            <a:r>
              <a:rPr lang="de-DE" noProof="0"/>
              <a:t>Titelmasterformat durch Klicken bearbeiten</a:t>
            </a:r>
          </a:p>
        </p:txBody>
      </p:sp>
      <p:sp>
        <p:nvSpPr>
          <p:cNvPr id="3" name="Textplatzhalter 2">
            <a:extLst>
              <a:ext uri="{FF2B5EF4-FFF2-40B4-BE49-F238E27FC236}">
                <a16:creationId xmlns:a16="http://schemas.microsoft.com/office/drawing/2014/main" id="{AAAE0554-8BEE-4BF6-9519-51B8475D35E1}"/>
              </a:ext>
            </a:extLst>
          </p:cNvPr>
          <p:cNvSpPr>
            <a:spLocks noGrp="1"/>
          </p:cNvSpPr>
          <p:nvPr>
            <p:ph type="body" idx="1" hasCustomPrompt="1"/>
          </p:nvPr>
        </p:nvSpPr>
        <p:spPr>
          <a:xfrm>
            <a:off x="576072" y="2372650"/>
            <a:ext cx="3291840" cy="823912"/>
          </a:xfrm>
        </p:spPr>
        <p:txBody>
          <a:bodyPr rtlCol="0"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Textmasterformate durch Klicken bearbeiten</a:t>
            </a:r>
          </a:p>
        </p:txBody>
      </p:sp>
      <p:sp>
        <p:nvSpPr>
          <p:cNvPr id="4" name="Inhaltsplatzhalter 3">
            <a:extLst>
              <a:ext uri="{FF2B5EF4-FFF2-40B4-BE49-F238E27FC236}">
                <a16:creationId xmlns:a16="http://schemas.microsoft.com/office/drawing/2014/main" id="{FD4A358D-C930-48E0-B372-06A826B74C47}"/>
              </a:ext>
            </a:extLst>
          </p:cNvPr>
          <p:cNvSpPr>
            <a:spLocks noGrp="1"/>
          </p:cNvSpPr>
          <p:nvPr>
            <p:ph sz="half" idx="2" hasCustomPrompt="1"/>
          </p:nvPr>
        </p:nvSpPr>
        <p:spPr>
          <a:xfrm>
            <a:off x="576072" y="3203688"/>
            <a:ext cx="3291840" cy="2968512"/>
          </a:xfrm>
        </p:spPr>
        <p:txBody>
          <a:bodyPr rtlCol="0"/>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rtl="0"/>
            <a:r>
              <a:rPr lang="de-DE" noProof="0"/>
              <a:t>Textmasterformate durch Klicken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p>
        </p:txBody>
      </p:sp>
      <p:sp>
        <p:nvSpPr>
          <p:cNvPr id="5" name="Textplatzhalter 4">
            <a:extLst>
              <a:ext uri="{FF2B5EF4-FFF2-40B4-BE49-F238E27FC236}">
                <a16:creationId xmlns:a16="http://schemas.microsoft.com/office/drawing/2014/main" id="{83B6615E-4966-4150-83B6-C47591B36383}"/>
              </a:ext>
            </a:extLst>
          </p:cNvPr>
          <p:cNvSpPr>
            <a:spLocks noGrp="1"/>
          </p:cNvSpPr>
          <p:nvPr>
            <p:ph type="body" sz="quarter" idx="3" hasCustomPrompt="1"/>
          </p:nvPr>
        </p:nvSpPr>
        <p:spPr>
          <a:xfrm>
            <a:off x="4507992" y="2372650"/>
            <a:ext cx="3291840" cy="823912"/>
          </a:xfrm>
        </p:spPr>
        <p:txBody>
          <a:bodyPr rtlCol="0"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Textmasterformate durch Klicken bearbeiten</a:t>
            </a:r>
          </a:p>
        </p:txBody>
      </p:sp>
      <p:sp>
        <p:nvSpPr>
          <p:cNvPr id="6" name="Inhaltsplatzhalter 5">
            <a:extLst>
              <a:ext uri="{FF2B5EF4-FFF2-40B4-BE49-F238E27FC236}">
                <a16:creationId xmlns:a16="http://schemas.microsoft.com/office/drawing/2014/main" id="{BD409F6B-C17B-4B4F-9F35-5068BDC4E2FD}"/>
              </a:ext>
            </a:extLst>
          </p:cNvPr>
          <p:cNvSpPr>
            <a:spLocks noGrp="1"/>
          </p:cNvSpPr>
          <p:nvPr>
            <p:ph sz="quarter" idx="4" hasCustomPrompt="1"/>
          </p:nvPr>
        </p:nvSpPr>
        <p:spPr>
          <a:xfrm>
            <a:off x="4507992" y="3203687"/>
            <a:ext cx="3291840" cy="2968511"/>
          </a:xfrm>
        </p:spPr>
        <p:txBody>
          <a:bodyPr rtlCol="0"/>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rtl="0"/>
            <a:r>
              <a:rPr lang="de-DE" noProof="0"/>
              <a:t>Textmasterformate durch Klicken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p>
        </p:txBody>
      </p:sp>
      <p:sp>
        <p:nvSpPr>
          <p:cNvPr id="7" name="Datumsplatzhalter 6">
            <a:extLst>
              <a:ext uri="{FF2B5EF4-FFF2-40B4-BE49-F238E27FC236}">
                <a16:creationId xmlns:a16="http://schemas.microsoft.com/office/drawing/2014/main" id="{C8BC356D-052B-4A9B-8B2F-6665FD325AB3}"/>
              </a:ext>
            </a:extLst>
          </p:cNvPr>
          <p:cNvSpPr>
            <a:spLocks noGrp="1"/>
          </p:cNvSpPr>
          <p:nvPr>
            <p:ph type="dt" sz="half" idx="10"/>
          </p:nvPr>
        </p:nvSpPr>
        <p:spPr>
          <a:xfrm>
            <a:off x="905256" y="6356350"/>
            <a:ext cx="2743200" cy="365125"/>
          </a:xfrm>
        </p:spPr>
        <p:txBody>
          <a:bodyPr rtlCol="0"/>
          <a:lstStyle/>
          <a:p>
            <a:pPr rtl="0"/>
            <a:r>
              <a:rPr lang="de-DE" noProof="0"/>
              <a:t>04.09.20XX</a:t>
            </a:r>
          </a:p>
        </p:txBody>
      </p:sp>
      <p:sp>
        <p:nvSpPr>
          <p:cNvPr id="8" name="Fußzeilenplatzhalt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rtlCol="0"/>
          <a:lstStyle/>
          <a:p>
            <a:pPr rtl="0"/>
            <a:r>
              <a:rPr lang="de-DE" noProof="0"/>
              <a:t>Präsentationstitel</a:t>
            </a:r>
          </a:p>
        </p:txBody>
      </p:sp>
      <p:sp>
        <p:nvSpPr>
          <p:cNvPr id="9" name="Foliennummernplatzhalt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rtlCol="0"/>
          <a:lstStyle/>
          <a:p>
            <a:pPr rtl="0"/>
            <a:fld id="{A65A5C87-DF58-40C8-B092-1DE63DB4547E}" type="slidenum">
              <a:rPr lang="de-DE" noProof="0" smtClean="0"/>
              <a:t>‹Nr.›</a:t>
            </a:fld>
            <a:endParaRPr lang="de-DE" noProof="0"/>
          </a:p>
        </p:txBody>
      </p:sp>
      <p:sp>
        <p:nvSpPr>
          <p:cNvPr id="14" name="Textplatzhalter 4">
            <a:extLst>
              <a:ext uri="{FF2B5EF4-FFF2-40B4-BE49-F238E27FC236}">
                <a16:creationId xmlns:a16="http://schemas.microsoft.com/office/drawing/2014/main" id="{CE04853A-B5A7-418B-B49F-E718136614E0}"/>
              </a:ext>
            </a:extLst>
          </p:cNvPr>
          <p:cNvSpPr>
            <a:spLocks noGrp="1"/>
          </p:cNvSpPr>
          <p:nvPr>
            <p:ph type="body" sz="quarter" idx="13" hasCustomPrompt="1"/>
          </p:nvPr>
        </p:nvSpPr>
        <p:spPr>
          <a:xfrm>
            <a:off x="8439912" y="2372650"/>
            <a:ext cx="3291840" cy="823912"/>
          </a:xfrm>
        </p:spPr>
        <p:txBody>
          <a:bodyPr rtlCol="0"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Textmasterformat durch Klicken bearbeiten</a:t>
            </a:r>
          </a:p>
        </p:txBody>
      </p:sp>
      <p:sp>
        <p:nvSpPr>
          <p:cNvPr id="16" name="Inhaltsplatzhalter 5">
            <a:extLst>
              <a:ext uri="{FF2B5EF4-FFF2-40B4-BE49-F238E27FC236}">
                <a16:creationId xmlns:a16="http://schemas.microsoft.com/office/drawing/2014/main" id="{D08E5547-BBB9-4D87-A012-6BC6B1330861}"/>
              </a:ext>
            </a:extLst>
          </p:cNvPr>
          <p:cNvSpPr>
            <a:spLocks noGrp="1"/>
          </p:cNvSpPr>
          <p:nvPr>
            <p:ph sz="quarter" idx="14" hasCustomPrompt="1"/>
          </p:nvPr>
        </p:nvSpPr>
        <p:spPr>
          <a:xfrm>
            <a:off x="8439912" y="3203687"/>
            <a:ext cx="3291840" cy="2968511"/>
          </a:xfrm>
        </p:spPr>
        <p:txBody>
          <a:bodyPr rtlCol="0"/>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rtl="0"/>
            <a:r>
              <a:rPr lang="de-DE" noProof="0"/>
              <a:t>Textmasterformate durch Klicken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p>
        </p:txBody>
      </p:sp>
    </p:spTree>
    <p:extLst>
      <p:ext uri="{BB962C8B-B14F-4D97-AF65-F5344CB8AC3E}">
        <p14:creationId xmlns:p14="http://schemas.microsoft.com/office/powerpoint/2010/main" val="22022610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el und Inhalt mit 3 Bildern">
    <p:spTree>
      <p:nvGrpSpPr>
        <p:cNvPr id="1" name=""/>
        <p:cNvGrpSpPr/>
        <p:nvPr/>
      </p:nvGrpSpPr>
      <p:grpSpPr>
        <a:xfrm>
          <a:off x="0" y="0"/>
          <a:ext cx="0" cy="0"/>
          <a:chOff x="0" y="0"/>
          <a:chExt cx="0" cy="0"/>
        </a:xfrm>
      </p:grpSpPr>
      <p:sp useBgFill="1">
        <p:nvSpPr>
          <p:cNvPr id="4" name="Rechteck 3">
            <a:extLst>
              <a:ext uri="{FF2B5EF4-FFF2-40B4-BE49-F238E27FC236}">
                <a16:creationId xmlns:a16="http://schemas.microsoft.com/office/drawing/2014/main" id="{2CD68929-9BD1-4A1E-9C1E-5B980D986EC1}"/>
              </a:ext>
            </a:extLst>
          </p:cNvPr>
          <p:cNvSpPr/>
          <p:nvPr userDrawn="1"/>
        </p:nvSpPr>
        <p:spPr>
          <a:xfrm>
            <a:off x="409575" y="633619"/>
            <a:ext cx="4927413" cy="549592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el 1">
            <a:extLst>
              <a:ext uri="{FF2B5EF4-FFF2-40B4-BE49-F238E27FC236}">
                <a16:creationId xmlns:a16="http://schemas.microsoft.com/office/drawing/2014/main" id="{48D358CF-0758-490A-A084-C46443B9ABE8}"/>
              </a:ext>
            </a:extLst>
          </p:cNvPr>
          <p:cNvSpPr>
            <a:spLocks noGrp="1"/>
          </p:cNvSpPr>
          <p:nvPr>
            <p:ph type="title" hasCustomPrompt="1"/>
          </p:nvPr>
        </p:nvSpPr>
        <p:spPr>
          <a:xfrm>
            <a:off x="841248" y="978408"/>
            <a:ext cx="4059936" cy="1106424"/>
          </a:xfrm>
        </p:spPr>
        <p:txBody>
          <a:bodyPr rtlCol="0" anchor="ctr">
            <a:normAutofit/>
          </a:bodyPr>
          <a:lstStyle>
            <a:lvl1pPr>
              <a:defRPr sz="2800"/>
            </a:lvl1pPr>
          </a:lstStyle>
          <a:p>
            <a:pPr rtl="0"/>
            <a:r>
              <a:rPr lang="de-DE" noProof="0"/>
              <a:t>Titelmasterformat durch Klicken bearbeiten</a:t>
            </a:r>
          </a:p>
        </p:txBody>
      </p:sp>
      <p:sp>
        <p:nvSpPr>
          <p:cNvPr id="3" name="Inhaltsplatzhalter 2">
            <a:extLst>
              <a:ext uri="{FF2B5EF4-FFF2-40B4-BE49-F238E27FC236}">
                <a16:creationId xmlns:a16="http://schemas.microsoft.com/office/drawing/2014/main" id="{21671183-B3CE-4F45-92FB-98290CA0E2CA}"/>
              </a:ext>
            </a:extLst>
          </p:cNvPr>
          <p:cNvSpPr>
            <a:spLocks noGrp="1"/>
          </p:cNvSpPr>
          <p:nvPr>
            <p:ph idx="1" hasCustomPrompt="1"/>
          </p:nvPr>
        </p:nvSpPr>
        <p:spPr>
          <a:xfrm>
            <a:off x="841248" y="2359152"/>
            <a:ext cx="4059936" cy="3429000"/>
          </a:xfrm>
        </p:spPr>
        <p:txBody>
          <a:bodyPr rtlCol="0"/>
          <a:lstStyle>
            <a:lvl1pPr marL="0" indent="0">
              <a:buNone/>
              <a:defRPr sz="1800"/>
            </a:lvl1pPr>
          </a:lstStyle>
          <a:p>
            <a:pPr lvl="0" rtl="0"/>
            <a:r>
              <a:rPr lang="de-DE" noProof="0"/>
              <a:t>Textmasterformat durch Klicken bearbeiten</a:t>
            </a:r>
          </a:p>
        </p:txBody>
      </p:sp>
      <p:sp>
        <p:nvSpPr>
          <p:cNvPr id="15" name="Bildplatzhalter 14">
            <a:extLst>
              <a:ext uri="{FF2B5EF4-FFF2-40B4-BE49-F238E27FC236}">
                <a16:creationId xmlns:a16="http://schemas.microsoft.com/office/drawing/2014/main" id="{D9F91D62-7A39-4697-A73D-908DBA590EFB}"/>
              </a:ext>
            </a:extLst>
          </p:cNvPr>
          <p:cNvSpPr>
            <a:spLocks noGrp="1"/>
          </p:cNvSpPr>
          <p:nvPr>
            <p:ph type="pic" sz="quarter" idx="13"/>
          </p:nvPr>
        </p:nvSpPr>
        <p:spPr>
          <a:xfrm>
            <a:off x="8961120" y="566928"/>
            <a:ext cx="2871216" cy="2340864"/>
          </a:xfrm>
        </p:spPr>
        <p:txBody>
          <a:bodyPr rtlCol="0" anchor="ctr"/>
          <a:lstStyle>
            <a:lvl1pPr algn="ctr">
              <a:buNone/>
              <a:defRPr/>
            </a:lvl1pPr>
          </a:lstStyle>
          <a:p>
            <a:pPr rtl="0"/>
            <a:r>
              <a:rPr lang="de-DE" noProof="0"/>
              <a:t>Bild durch Klicken auf Symbol hinzufügen</a:t>
            </a:r>
          </a:p>
        </p:txBody>
      </p:sp>
      <p:sp>
        <p:nvSpPr>
          <p:cNvPr id="10" name="Bildplatzhalter 14">
            <a:extLst>
              <a:ext uri="{FF2B5EF4-FFF2-40B4-BE49-F238E27FC236}">
                <a16:creationId xmlns:a16="http://schemas.microsoft.com/office/drawing/2014/main" id="{687A7A61-F904-44E0-837C-FB357932BC1E}"/>
              </a:ext>
            </a:extLst>
          </p:cNvPr>
          <p:cNvSpPr>
            <a:spLocks noGrp="1"/>
          </p:cNvSpPr>
          <p:nvPr>
            <p:ph type="pic" sz="quarter" idx="14"/>
          </p:nvPr>
        </p:nvSpPr>
        <p:spPr>
          <a:xfrm>
            <a:off x="5843016" y="566928"/>
            <a:ext cx="2871216" cy="2340864"/>
          </a:xfrm>
        </p:spPr>
        <p:txBody>
          <a:bodyPr rtlCol="0" anchor="ctr"/>
          <a:lstStyle>
            <a:lvl1pPr algn="ctr">
              <a:buNone/>
              <a:defRPr/>
            </a:lvl1pPr>
          </a:lstStyle>
          <a:p>
            <a:pPr rtl="0"/>
            <a:r>
              <a:rPr lang="de-DE" noProof="0"/>
              <a:t>Bild durch Klicken auf Symbol hinzufügen</a:t>
            </a:r>
          </a:p>
        </p:txBody>
      </p:sp>
      <p:sp>
        <p:nvSpPr>
          <p:cNvPr id="5" name="Rechteck 4">
            <a:extLst>
              <a:ext uri="{FF2B5EF4-FFF2-40B4-BE49-F238E27FC236}">
                <a16:creationId xmlns:a16="http://schemas.microsoft.com/office/drawing/2014/main" id="{B3ED68CE-A00C-4DD9-8065-B0E3D033BC20}"/>
              </a:ext>
            </a:extLst>
          </p:cNvPr>
          <p:cNvSpPr/>
          <p:nvPr userDrawn="1"/>
        </p:nvSpPr>
        <p:spPr>
          <a:xfrm>
            <a:off x="345567" y="117043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hteck 11">
            <a:extLst>
              <a:ext uri="{FF2B5EF4-FFF2-40B4-BE49-F238E27FC236}">
                <a16:creationId xmlns:a16="http://schemas.microsoft.com/office/drawing/2014/main" id="{BB3EDCB6-603C-4A22-80E6-232A6202452A}"/>
              </a:ext>
            </a:extLst>
          </p:cNvPr>
          <p:cNvSpPr/>
          <p:nvPr userDrawn="1"/>
        </p:nvSpPr>
        <p:spPr>
          <a:xfrm>
            <a:off x="877459" y="2121408"/>
            <a:ext cx="3958650"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Bildplatzhalter 14">
            <a:extLst>
              <a:ext uri="{FF2B5EF4-FFF2-40B4-BE49-F238E27FC236}">
                <a16:creationId xmlns:a16="http://schemas.microsoft.com/office/drawing/2014/main" id="{FBB9124E-D1EB-4540-B1E1-DF3CD388BB27}"/>
              </a:ext>
            </a:extLst>
          </p:cNvPr>
          <p:cNvSpPr>
            <a:spLocks noGrp="1"/>
          </p:cNvSpPr>
          <p:nvPr>
            <p:ph type="pic" sz="quarter" idx="17"/>
          </p:nvPr>
        </p:nvSpPr>
        <p:spPr>
          <a:xfrm>
            <a:off x="5843016" y="3108960"/>
            <a:ext cx="5989320" cy="3054096"/>
          </a:xfrm>
        </p:spPr>
        <p:txBody>
          <a:bodyPr rtlCol="0" anchor="ctr"/>
          <a:lstStyle>
            <a:lvl1pPr algn="ctr">
              <a:buNone/>
              <a:defRPr/>
            </a:lvl1pPr>
          </a:lstStyle>
          <a:p>
            <a:pPr rtl="0"/>
            <a:r>
              <a:rPr lang="de-DE" noProof="0"/>
              <a:t>Bild durch Klicken auf Symbol hinzufügen</a:t>
            </a:r>
          </a:p>
        </p:txBody>
      </p:sp>
      <p:sp>
        <p:nvSpPr>
          <p:cNvPr id="18" name="Datumsplatzhalter 17">
            <a:extLst>
              <a:ext uri="{FF2B5EF4-FFF2-40B4-BE49-F238E27FC236}">
                <a16:creationId xmlns:a16="http://schemas.microsoft.com/office/drawing/2014/main" id="{88171D0F-B23C-4DA9-9F5D-C5F480A4C5BE}"/>
              </a:ext>
            </a:extLst>
          </p:cNvPr>
          <p:cNvSpPr>
            <a:spLocks noGrp="1"/>
          </p:cNvSpPr>
          <p:nvPr>
            <p:ph type="dt" sz="half" idx="18"/>
          </p:nvPr>
        </p:nvSpPr>
        <p:spPr>
          <a:xfrm>
            <a:off x="905256" y="6356350"/>
            <a:ext cx="2743200" cy="365125"/>
          </a:xfrm>
        </p:spPr>
        <p:txBody>
          <a:bodyPr rtlCol="0"/>
          <a:lstStyle/>
          <a:p>
            <a:pPr rtl="0"/>
            <a:r>
              <a:rPr lang="de-DE" noProof="0"/>
              <a:t>04.09.20XX</a:t>
            </a:r>
          </a:p>
        </p:txBody>
      </p:sp>
      <p:sp>
        <p:nvSpPr>
          <p:cNvPr id="19" name="Fußzeilenplatzhalter 18">
            <a:extLst>
              <a:ext uri="{FF2B5EF4-FFF2-40B4-BE49-F238E27FC236}">
                <a16:creationId xmlns:a16="http://schemas.microsoft.com/office/drawing/2014/main" id="{69186A5E-A88B-4AD5-8730-E1679229BB98}"/>
              </a:ext>
            </a:extLst>
          </p:cNvPr>
          <p:cNvSpPr>
            <a:spLocks noGrp="1"/>
          </p:cNvSpPr>
          <p:nvPr>
            <p:ph type="ftr" sz="quarter" idx="19"/>
          </p:nvPr>
        </p:nvSpPr>
        <p:spPr/>
        <p:txBody>
          <a:bodyPr rtlCol="0"/>
          <a:lstStyle/>
          <a:p>
            <a:pPr rtl="0"/>
            <a:r>
              <a:rPr lang="de-DE" noProof="0"/>
              <a:t>Präsentationstitel</a:t>
            </a:r>
          </a:p>
        </p:txBody>
      </p:sp>
      <p:sp>
        <p:nvSpPr>
          <p:cNvPr id="20" name="Foliennummernplatzhalter 19">
            <a:extLst>
              <a:ext uri="{FF2B5EF4-FFF2-40B4-BE49-F238E27FC236}">
                <a16:creationId xmlns:a16="http://schemas.microsoft.com/office/drawing/2014/main" id="{FDD4F609-6DE6-4637-A216-DB19D982FF19}"/>
              </a:ext>
            </a:extLst>
          </p:cNvPr>
          <p:cNvSpPr>
            <a:spLocks noGrp="1"/>
          </p:cNvSpPr>
          <p:nvPr>
            <p:ph type="sldNum" sz="quarter" idx="20"/>
          </p:nvPr>
        </p:nvSpPr>
        <p:spPr>
          <a:xfrm>
            <a:off x="8540496" y="6356350"/>
            <a:ext cx="2743200" cy="365125"/>
          </a:xfrm>
        </p:spPr>
        <p:txBody>
          <a:bodyPr rtlCol="0"/>
          <a:lstStyle/>
          <a:p>
            <a:pPr rtl="0"/>
            <a:fld id="{A65A5C87-DF58-40C8-B092-1DE63DB4547E}" type="slidenum">
              <a:rPr lang="de-DE" noProof="0" smtClean="0"/>
              <a:t>‹Nr.›</a:t>
            </a:fld>
            <a:endParaRPr lang="de-DE" noProof="0"/>
          </a:p>
        </p:txBody>
      </p:sp>
    </p:spTree>
    <p:extLst>
      <p:ext uri="{BB962C8B-B14F-4D97-AF65-F5344CB8AC3E}">
        <p14:creationId xmlns:p14="http://schemas.microsoft.com/office/powerpoint/2010/main" val="35279717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el und Inhalt mit 4 Bildern">
    <p:spTree>
      <p:nvGrpSpPr>
        <p:cNvPr id="1" name=""/>
        <p:cNvGrpSpPr/>
        <p:nvPr/>
      </p:nvGrpSpPr>
      <p:grpSpPr>
        <a:xfrm>
          <a:off x="0" y="0"/>
          <a:ext cx="0" cy="0"/>
          <a:chOff x="0" y="0"/>
          <a:chExt cx="0" cy="0"/>
        </a:xfrm>
      </p:grpSpPr>
      <p:sp useBgFill="1">
        <p:nvSpPr>
          <p:cNvPr id="4" name="Rechteck 3">
            <a:extLst>
              <a:ext uri="{FF2B5EF4-FFF2-40B4-BE49-F238E27FC236}">
                <a16:creationId xmlns:a16="http://schemas.microsoft.com/office/drawing/2014/main" id="{2CD68929-9BD1-4A1E-9C1E-5B980D986EC1}"/>
              </a:ext>
            </a:extLst>
          </p:cNvPr>
          <p:cNvSpPr/>
          <p:nvPr userDrawn="1"/>
        </p:nvSpPr>
        <p:spPr>
          <a:xfrm>
            <a:off x="7324344" y="630936"/>
            <a:ext cx="4517136" cy="549592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el 1">
            <a:extLst>
              <a:ext uri="{FF2B5EF4-FFF2-40B4-BE49-F238E27FC236}">
                <a16:creationId xmlns:a16="http://schemas.microsoft.com/office/drawing/2014/main" id="{48D358CF-0758-490A-A084-C46443B9ABE8}"/>
              </a:ext>
            </a:extLst>
          </p:cNvPr>
          <p:cNvSpPr>
            <a:spLocks noGrp="1"/>
          </p:cNvSpPr>
          <p:nvPr>
            <p:ph type="title" hasCustomPrompt="1"/>
          </p:nvPr>
        </p:nvSpPr>
        <p:spPr>
          <a:xfrm>
            <a:off x="7772400" y="978408"/>
            <a:ext cx="3721608" cy="1106424"/>
          </a:xfrm>
        </p:spPr>
        <p:txBody>
          <a:bodyPr rtlCol="0" anchor="ctr">
            <a:normAutofit/>
          </a:bodyPr>
          <a:lstStyle>
            <a:lvl1pPr>
              <a:defRPr sz="2800"/>
            </a:lvl1pPr>
          </a:lstStyle>
          <a:p>
            <a:pPr rtl="0"/>
            <a:r>
              <a:rPr lang="de-DE" noProof="0"/>
              <a:t>Titelmasterformat durch Klicken bearbeiten</a:t>
            </a:r>
          </a:p>
        </p:txBody>
      </p:sp>
      <p:sp>
        <p:nvSpPr>
          <p:cNvPr id="15" name="Bildplatzhalter 14">
            <a:extLst>
              <a:ext uri="{FF2B5EF4-FFF2-40B4-BE49-F238E27FC236}">
                <a16:creationId xmlns:a16="http://schemas.microsoft.com/office/drawing/2014/main" id="{D9F91D62-7A39-4697-A73D-908DBA590EFB}"/>
              </a:ext>
            </a:extLst>
          </p:cNvPr>
          <p:cNvSpPr>
            <a:spLocks noGrp="1"/>
          </p:cNvSpPr>
          <p:nvPr>
            <p:ph type="pic" sz="quarter" idx="13"/>
          </p:nvPr>
        </p:nvSpPr>
        <p:spPr>
          <a:xfrm>
            <a:off x="3767328" y="630936"/>
            <a:ext cx="3246120" cy="2688336"/>
          </a:xfrm>
        </p:spPr>
        <p:txBody>
          <a:bodyPr rtlCol="0" anchor="ctr"/>
          <a:lstStyle>
            <a:lvl1pPr algn="ctr">
              <a:buNone/>
              <a:defRPr/>
            </a:lvl1pPr>
          </a:lstStyle>
          <a:p>
            <a:pPr rtl="0"/>
            <a:r>
              <a:rPr lang="de-DE" noProof="0"/>
              <a:t>Bild durch Klicken auf Symbol hinzufügen</a:t>
            </a:r>
          </a:p>
        </p:txBody>
      </p:sp>
      <p:sp>
        <p:nvSpPr>
          <p:cNvPr id="10" name="Bildplatzhalter 14">
            <a:extLst>
              <a:ext uri="{FF2B5EF4-FFF2-40B4-BE49-F238E27FC236}">
                <a16:creationId xmlns:a16="http://schemas.microsoft.com/office/drawing/2014/main" id="{687A7A61-F904-44E0-837C-FB357932BC1E}"/>
              </a:ext>
            </a:extLst>
          </p:cNvPr>
          <p:cNvSpPr>
            <a:spLocks noGrp="1"/>
          </p:cNvSpPr>
          <p:nvPr>
            <p:ph type="pic" sz="quarter" idx="14"/>
          </p:nvPr>
        </p:nvSpPr>
        <p:spPr>
          <a:xfrm>
            <a:off x="411480" y="630936"/>
            <a:ext cx="3246120" cy="2688336"/>
          </a:xfrm>
        </p:spPr>
        <p:txBody>
          <a:bodyPr rtlCol="0" anchor="ctr"/>
          <a:lstStyle>
            <a:lvl1pPr algn="ctr">
              <a:buNone/>
              <a:defRPr/>
            </a:lvl1pPr>
          </a:lstStyle>
          <a:p>
            <a:pPr rtl="0"/>
            <a:r>
              <a:rPr lang="de-DE" noProof="0"/>
              <a:t>Bild durch Klicken auf Symbol hinzufügen</a:t>
            </a:r>
          </a:p>
        </p:txBody>
      </p:sp>
      <p:sp>
        <p:nvSpPr>
          <p:cNvPr id="5" name="Rechteck 4">
            <a:extLst>
              <a:ext uri="{FF2B5EF4-FFF2-40B4-BE49-F238E27FC236}">
                <a16:creationId xmlns:a16="http://schemas.microsoft.com/office/drawing/2014/main" id="{B3ED68CE-A00C-4DD9-8065-B0E3D033BC20}"/>
              </a:ext>
            </a:extLst>
          </p:cNvPr>
          <p:cNvSpPr/>
          <p:nvPr userDrawn="1"/>
        </p:nvSpPr>
        <p:spPr>
          <a:xfrm>
            <a:off x="7260336" y="1179576"/>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Bildplatzhalter 14">
            <a:extLst>
              <a:ext uri="{FF2B5EF4-FFF2-40B4-BE49-F238E27FC236}">
                <a16:creationId xmlns:a16="http://schemas.microsoft.com/office/drawing/2014/main" id="{FBB9124E-D1EB-4540-B1E1-DF3CD388BB27}"/>
              </a:ext>
            </a:extLst>
          </p:cNvPr>
          <p:cNvSpPr>
            <a:spLocks noGrp="1"/>
          </p:cNvSpPr>
          <p:nvPr>
            <p:ph type="pic" sz="quarter" idx="17"/>
          </p:nvPr>
        </p:nvSpPr>
        <p:spPr>
          <a:xfrm>
            <a:off x="411480" y="3438144"/>
            <a:ext cx="3246120" cy="2688336"/>
          </a:xfrm>
        </p:spPr>
        <p:txBody>
          <a:bodyPr rtlCol="0" anchor="ctr"/>
          <a:lstStyle>
            <a:lvl1pPr algn="ctr">
              <a:buNone/>
              <a:defRPr/>
            </a:lvl1pPr>
          </a:lstStyle>
          <a:p>
            <a:pPr rtl="0"/>
            <a:r>
              <a:rPr lang="de-DE" noProof="0"/>
              <a:t>Bild durch Klicken auf Symbol hinzufügen</a:t>
            </a:r>
          </a:p>
        </p:txBody>
      </p:sp>
      <p:sp>
        <p:nvSpPr>
          <p:cNvPr id="18" name="Datumsplatzhalter 17">
            <a:extLst>
              <a:ext uri="{FF2B5EF4-FFF2-40B4-BE49-F238E27FC236}">
                <a16:creationId xmlns:a16="http://schemas.microsoft.com/office/drawing/2014/main" id="{88171D0F-B23C-4DA9-9F5D-C5F480A4C5BE}"/>
              </a:ext>
            </a:extLst>
          </p:cNvPr>
          <p:cNvSpPr>
            <a:spLocks noGrp="1"/>
          </p:cNvSpPr>
          <p:nvPr>
            <p:ph type="dt" sz="half" idx="18"/>
          </p:nvPr>
        </p:nvSpPr>
        <p:spPr>
          <a:xfrm>
            <a:off x="905256" y="6356350"/>
            <a:ext cx="2743200" cy="365125"/>
          </a:xfrm>
        </p:spPr>
        <p:txBody>
          <a:bodyPr rtlCol="0"/>
          <a:lstStyle/>
          <a:p>
            <a:pPr rtl="0"/>
            <a:r>
              <a:rPr lang="de-DE" noProof="0"/>
              <a:t>04.09.20XX</a:t>
            </a:r>
          </a:p>
        </p:txBody>
      </p:sp>
      <p:sp>
        <p:nvSpPr>
          <p:cNvPr id="19" name="Fußzeilenplatzhalter 18">
            <a:extLst>
              <a:ext uri="{FF2B5EF4-FFF2-40B4-BE49-F238E27FC236}">
                <a16:creationId xmlns:a16="http://schemas.microsoft.com/office/drawing/2014/main" id="{69186A5E-A88B-4AD5-8730-E1679229BB98}"/>
              </a:ext>
            </a:extLst>
          </p:cNvPr>
          <p:cNvSpPr>
            <a:spLocks noGrp="1"/>
          </p:cNvSpPr>
          <p:nvPr>
            <p:ph type="ftr" sz="quarter" idx="19"/>
          </p:nvPr>
        </p:nvSpPr>
        <p:spPr/>
        <p:txBody>
          <a:bodyPr rtlCol="0"/>
          <a:lstStyle/>
          <a:p>
            <a:pPr rtl="0"/>
            <a:r>
              <a:rPr lang="de-DE" noProof="0"/>
              <a:t>Präsentationstitel</a:t>
            </a:r>
          </a:p>
        </p:txBody>
      </p:sp>
      <p:sp>
        <p:nvSpPr>
          <p:cNvPr id="20" name="Foliennummernplatzhalter 19">
            <a:extLst>
              <a:ext uri="{FF2B5EF4-FFF2-40B4-BE49-F238E27FC236}">
                <a16:creationId xmlns:a16="http://schemas.microsoft.com/office/drawing/2014/main" id="{FDD4F609-6DE6-4637-A216-DB19D982FF19}"/>
              </a:ext>
            </a:extLst>
          </p:cNvPr>
          <p:cNvSpPr>
            <a:spLocks noGrp="1"/>
          </p:cNvSpPr>
          <p:nvPr>
            <p:ph type="sldNum" sz="quarter" idx="20"/>
          </p:nvPr>
        </p:nvSpPr>
        <p:spPr>
          <a:xfrm>
            <a:off x="8540496" y="6356350"/>
            <a:ext cx="2743200" cy="365125"/>
          </a:xfrm>
        </p:spPr>
        <p:txBody>
          <a:bodyPr rtlCol="0"/>
          <a:lstStyle/>
          <a:p>
            <a:pPr rtl="0"/>
            <a:fld id="{A65A5C87-DF58-40C8-B092-1DE63DB4547E}" type="slidenum">
              <a:rPr lang="de-DE" noProof="0" smtClean="0"/>
              <a:t>‹Nr.›</a:t>
            </a:fld>
            <a:endParaRPr lang="de-DE" noProof="0"/>
          </a:p>
        </p:txBody>
      </p:sp>
      <p:sp>
        <p:nvSpPr>
          <p:cNvPr id="6" name="Rechteck 5">
            <a:extLst>
              <a:ext uri="{FF2B5EF4-FFF2-40B4-BE49-F238E27FC236}">
                <a16:creationId xmlns:a16="http://schemas.microsoft.com/office/drawing/2014/main" id="{525280B1-DD77-4ADB-A6FC-71309BCB66E1}"/>
              </a:ext>
            </a:extLst>
          </p:cNvPr>
          <p:cNvSpPr/>
          <p:nvPr userDrawn="1"/>
        </p:nvSpPr>
        <p:spPr>
          <a:xfrm>
            <a:off x="7792216" y="2185416"/>
            <a:ext cx="3683187"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Bildplatzhalter 14">
            <a:extLst>
              <a:ext uri="{FF2B5EF4-FFF2-40B4-BE49-F238E27FC236}">
                <a16:creationId xmlns:a16="http://schemas.microsoft.com/office/drawing/2014/main" id="{6B8374DB-2C54-426F-9768-7B838BE1F98D}"/>
              </a:ext>
            </a:extLst>
          </p:cNvPr>
          <p:cNvSpPr>
            <a:spLocks noGrp="1"/>
          </p:cNvSpPr>
          <p:nvPr>
            <p:ph type="pic" sz="quarter" idx="21"/>
          </p:nvPr>
        </p:nvSpPr>
        <p:spPr>
          <a:xfrm>
            <a:off x="3767328" y="3438144"/>
            <a:ext cx="3246120" cy="2688336"/>
          </a:xfrm>
        </p:spPr>
        <p:txBody>
          <a:bodyPr rtlCol="0" anchor="ctr"/>
          <a:lstStyle>
            <a:lvl1pPr algn="ctr">
              <a:buNone/>
              <a:defRPr/>
            </a:lvl1pPr>
          </a:lstStyle>
          <a:p>
            <a:pPr rtl="0"/>
            <a:r>
              <a:rPr lang="de-DE" noProof="0"/>
              <a:t>Bild durch Klicken auf Symbol hinzufügen</a:t>
            </a:r>
          </a:p>
        </p:txBody>
      </p:sp>
      <p:sp>
        <p:nvSpPr>
          <p:cNvPr id="8" name="Textplatzhalter 7">
            <a:extLst>
              <a:ext uri="{FF2B5EF4-FFF2-40B4-BE49-F238E27FC236}">
                <a16:creationId xmlns:a16="http://schemas.microsoft.com/office/drawing/2014/main" id="{A0D33A8D-B0BB-4920-AAC4-6EE9952AA556}"/>
              </a:ext>
            </a:extLst>
          </p:cNvPr>
          <p:cNvSpPr>
            <a:spLocks noGrp="1"/>
          </p:cNvSpPr>
          <p:nvPr>
            <p:ph type="body" sz="quarter" idx="22" hasCustomPrompt="1"/>
          </p:nvPr>
        </p:nvSpPr>
        <p:spPr>
          <a:xfrm>
            <a:off x="7772400" y="3099816"/>
            <a:ext cx="3721100" cy="447675"/>
          </a:xfrm>
        </p:spPr>
        <p:txBody>
          <a:bodyPr rtlCol="0"/>
          <a:lstStyle>
            <a:lvl1pPr marL="0" indent="0">
              <a:buNone/>
              <a:defRPr sz="1600"/>
            </a:lvl1pPr>
          </a:lstStyle>
          <a:p>
            <a:pPr lvl="0" rtl="0"/>
            <a:r>
              <a:rPr lang="de-DE" noProof="0"/>
              <a:t>Textmasterformat durch Klicken bearbeiten</a:t>
            </a:r>
          </a:p>
        </p:txBody>
      </p:sp>
      <p:sp>
        <p:nvSpPr>
          <p:cNvPr id="21" name="Textplatzhalter 7">
            <a:extLst>
              <a:ext uri="{FF2B5EF4-FFF2-40B4-BE49-F238E27FC236}">
                <a16:creationId xmlns:a16="http://schemas.microsoft.com/office/drawing/2014/main" id="{FC2F80E1-DA5D-4EBA-BDBC-FFD24776ED07}"/>
              </a:ext>
            </a:extLst>
          </p:cNvPr>
          <p:cNvSpPr>
            <a:spLocks noGrp="1"/>
          </p:cNvSpPr>
          <p:nvPr>
            <p:ph type="body" sz="quarter" idx="23" hasCustomPrompt="1"/>
          </p:nvPr>
        </p:nvSpPr>
        <p:spPr>
          <a:xfrm>
            <a:off x="7772400" y="4215384"/>
            <a:ext cx="3721100" cy="447675"/>
          </a:xfrm>
        </p:spPr>
        <p:txBody>
          <a:bodyPr rtlCol="0"/>
          <a:lstStyle>
            <a:lvl1pPr marL="0" indent="0">
              <a:buNone/>
              <a:defRPr sz="1600"/>
            </a:lvl1pPr>
          </a:lstStyle>
          <a:p>
            <a:pPr lvl="0" rtl="0"/>
            <a:r>
              <a:rPr lang="de-DE" noProof="0"/>
              <a:t>Textmasterformat durch Klicken bearbeiten</a:t>
            </a:r>
          </a:p>
        </p:txBody>
      </p:sp>
      <p:sp>
        <p:nvSpPr>
          <p:cNvPr id="22" name="Textplatzhalter 7">
            <a:extLst>
              <a:ext uri="{FF2B5EF4-FFF2-40B4-BE49-F238E27FC236}">
                <a16:creationId xmlns:a16="http://schemas.microsoft.com/office/drawing/2014/main" id="{536A3E74-5D94-4FE5-A5F8-7DA032AD48AF}"/>
              </a:ext>
            </a:extLst>
          </p:cNvPr>
          <p:cNvSpPr>
            <a:spLocks noGrp="1"/>
          </p:cNvSpPr>
          <p:nvPr>
            <p:ph type="body" sz="quarter" idx="24" hasCustomPrompt="1"/>
          </p:nvPr>
        </p:nvSpPr>
        <p:spPr>
          <a:xfrm>
            <a:off x="7772400" y="5321808"/>
            <a:ext cx="3721100" cy="447675"/>
          </a:xfrm>
        </p:spPr>
        <p:txBody>
          <a:bodyPr rtlCol="0"/>
          <a:lstStyle>
            <a:lvl1pPr marL="0" indent="0">
              <a:buNone/>
              <a:defRPr sz="1600"/>
            </a:lvl1pPr>
          </a:lstStyle>
          <a:p>
            <a:pPr lvl="0" rtl="0"/>
            <a:r>
              <a:rPr lang="de-DE" noProof="0"/>
              <a:t>Textmasterformat durch Klicken bearbeiten</a:t>
            </a:r>
          </a:p>
        </p:txBody>
      </p:sp>
      <p:sp>
        <p:nvSpPr>
          <p:cNvPr id="23" name="Bildplatzhalter 14">
            <a:extLst>
              <a:ext uri="{FF2B5EF4-FFF2-40B4-BE49-F238E27FC236}">
                <a16:creationId xmlns:a16="http://schemas.microsoft.com/office/drawing/2014/main" id="{A36D2011-9E99-44AA-8612-4EEBAAA5D036}"/>
              </a:ext>
            </a:extLst>
          </p:cNvPr>
          <p:cNvSpPr>
            <a:spLocks noGrp="1"/>
          </p:cNvSpPr>
          <p:nvPr>
            <p:ph type="pic" sz="quarter" idx="25" hasCustomPrompt="1"/>
          </p:nvPr>
        </p:nvSpPr>
        <p:spPr>
          <a:xfrm>
            <a:off x="7772400" y="2532888"/>
            <a:ext cx="457200" cy="457200"/>
          </a:xfrm>
        </p:spPr>
        <p:txBody>
          <a:bodyPr rtlCol="0" anchor="ctr"/>
          <a:lstStyle>
            <a:lvl1pPr algn="ctr">
              <a:buNone/>
              <a:defRPr sz="900"/>
            </a:lvl1pPr>
          </a:lstStyle>
          <a:p>
            <a:pPr rtl="0"/>
            <a:r>
              <a:rPr lang="de-DE" noProof="0"/>
              <a:t>Symbol</a:t>
            </a:r>
          </a:p>
        </p:txBody>
      </p:sp>
      <p:sp>
        <p:nvSpPr>
          <p:cNvPr id="24" name="Bildplatzhalter 14">
            <a:extLst>
              <a:ext uri="{FF2B5EF4-FFF2-40B4-BE49-F238E27FC236}">
                <a16:creationId xmlns:a16="http://schemas.microsoft.com/office/drawing/2014/main" id="{80B0958E-0709-4604-ADAF-A6137275F31B}"/>
              </a:ext>
            </a:extLst>
          </p:cNvPr>
          <p:cNvSpPr>
            <a:spLocks noGrp="1"/>
          </p:cNvSpPr>
          <p:nvPr>
            <p:ph type="pic" sz="quarter" idx="26" hasCustomPrompt="1"/>
          </p:nvPr>
        </p:nvSpPr>
        <p:spPr>
          <a:xfrm>
            <a:off x="7772400" y="3630168"/>
            <a:ext cx="457200" cy="457200"/>
          </a:xfrm>
        </p:spPr>
        <p:txBody>
          <a:bodyPr rtlCol="0" anchor="ctr"/>
          <a:lstStyle>
            <a:lvl1pPr algn="ctr">
              <a:buNone/>
              <a:defRPr sz="900"/>
            </a:lvl1pPr>
          </a:lstStyle>
          <a:p>
            <a:pPr rtl="0"/>
            <a:r>
              <a:rPr lang="de-DE" noProof="0"/>
              <a:t>Symbol</a:t>
            </a:r>
          </a:p>
        </p:txBody>
      </p:sp>
      <p:sp>
        <p:nvSpPr>
          <p:cNvPr id="25" name="Bildplatzhalter 14">
            <a:extLst>
              <a:ext uri="{FF2B5EF4-FFF2-40B4-BE49-F238E27FC236}">
                <a16:creationId xmlns:a16="http://schemas.microsoft.com/office/drawing/2014/main" id="{F4A09204-1398-472F-B713-0AD49188773D}"/>
              </a:ext>
            </a:extLst>
          </p:cNvPr>
          <p:cNvSpPr>
            <a:spLocks noGrp="1"/>
          </p:cNvSpPr>
          <p:nvPr>
            <p:ph type="pic" sz="quarter" idx="27" hasCustomPrompt="1"/>
          </p:nvPr>
        </p:nvSpPr>
        <p:spPr>
          <a:xfrm>
            <a:off x="7772400" y="4754880"/>
            <a:ext cx="457200" cy="457200"/>
          </a:xfrm>
        </p:spPr>
        <p:txBody>
          <a:bodyPr rtlCol="0" anchor="ctr"/>
          <a:lstStyle>
            <a:lvl1pPr algn="ctr">
              <a:buNone/>
              <a:defRPr sz="900"/>
            </a:lvl1pPr>
          </a:lstStyle>
          <a:p>
            <a:pPr rtl="0"/>
            <a:r>
              <a:rPr lang="de-DE" noProof="0"/>
              <a:t>Symbol</a:t>
            </a:r>
          </a:p>
        </p:txBody>
      </p:sp>
    </p:spTree>
    <p:extLst>
      <p:ext uri="{BB962C8B-B14F-4D97-AF65-F5344CB8AC3E}">
        <p14:creationId xmlns:p14="http://schemas.microsoft.com/office/powerpoint/2010/main" val="34393436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useBgFill="1">
        <p:nvSpPr>
          <p:cNvPr id="7" name="Rechteck 6">
            <a:extLst>
              <a:ext uri="{FF2B5EF4-FFF2-40B4-BE49-F238E27FC236}">
                <a16:creationId xmlns:a16="http://schemas.microsoft.com/office/drawing/2014/main" id="{8C0689C4-0DB3-408B-A956-40326B4AE4C4}"/>
              </a:ext>
            </a:extLst>
          </p:cNvPr>
          <p:cNvSpPr/>
          <p:nvPr userDrawn="1"/>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hteck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el 1">
            <a:extLst>
              <a:ext uri="{FF2B5EF4-FFF2-40B4-BE49-F238E27FC236}">
                <a16:creationId xmlns:a16="http://schemas.microsoft.com/office/drawing/2014/main" id="{779454F2-0EE5-4888-AF4C-82F825E6226E}"/>
              </a:ext>
            </a:extLst>
          </p:cNvPr>
          <p:cNvSpPr>
            <a:spLocks noGrp="1"/>
          </p:cNvSpPr>
          <p:nvPr>
            <p:ph type="title" hasCustomPrompt="1"/>
          </p:nvPr>
        </p:nvSpPr>
        <p:spPr>
          <a:xfrm>
            <a:off x="1078992" y="1938528"/>
            <a:ext cx="10177272" cy="2990088"/>
          </a:xfrm>
        </p:spPr>
        <p:txBody>
          <a:bodyPr rtlCol="0">
            <a:normAutofit/>
          </a:bodyPr>
          <a:lstStyle>
            <a:lvl1pPr>
              <a:defRPr sz="5400"/>
            </a:lvl1pPr>
          </a:lstStyle>
          <a:p>
            <a:pPr rtl="0"/>
            <a:r>
              <a:rPr lang="de-DE" noProof="0"/>
              <a:t>Titelmasterformat durch Klicken bearbeiten</a:t>
            </a:r>
          </a:p>
        </p:txBody>
      </p:sp>
      <p:sp>
        <p:nvSpPr>
          <p:cNvPr id="3" name="Datumsplatzhalter 2">
            <a:extLst>
              <a:ext uri="{FF2B5EF4-FFF2-40B4-BE49-F238E27FC236}">
                <a16:creationId xmlns:a16="http://schemas.microsoft.com/office/drawing/2014/main" id="{67C91241-A315-4643-91E5-CF2C25CC903A}"/>
              </a:ext>
            </a:extLst>
          </p:cNvPr>
          <p:cNvSpPr>
            <a:spLocks noGrp="1"/>
          </p:cNvSpPr>
          <p:nvPr>
            <p:ph type="dt" sz="half" idx="10"/>
          </p:nvPr>
        </p:nvSpPr>
        <p:spPr/>
        <p:txBody>
          <a:bodyPr rtlCol="0"/>
          <a:lstStyle/>
          <a:p>
            <a:pPr rtl="0"/>
            <a:r>
              <a:rPr lang="de-DE" noProof="0"/>
              <a:t>04.09.20XX</a:t>
            </a:r>
          </a:p>
        </p:txBody>
      </p:sp>
      <p:sp>
        <p:nvSpPr>
          <p:cNvPr id="4" name="Fußzeilenplatzhalt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rtlCol="0"/>
          <a:lstStyle/>
          <a:p>
            <a:pPr rtl="0"/>
            <a:r>
              <a:rPr lang="de-DE" noProof="0"/>
              <a:t>Präsentationstitel</a:t>
            </a:r>
          </a:p>
        </p:txBody>
      </p:sp>
      <p:sp>
        <p:nvSpPr>
          <p:cNvPr id="5" name="Foliennummernplatzhalt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rtlCol="0"/>
          <a:lstStyle/>
          <a:p>
            <a:pPr rtl="0"/>
            <a:fld id="{A65A5C87-DF58-40C8-B092-1DE63DB4547E}" type="slidenum">
              <a:rPr lang="de-DE" noProof="0" smtClean="0"/>
              <a:t>‹Nr.›</a:t>
            </a:fld>
            <a:endParaRPr lang="de-DE" noProof="0"/>
          </a:p>
        </p:txBody>
      </p:sp>
    </p:spTree>
    <p:extLst>
      <p:ext uri="{BB962C8B-B14F-4D97-AF65-F5344CB8AC3E}">
        <p14:creationId xmlns:p14="http://schemas.microsoft.com/office/powerpoint/2010/main" val="14009944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EAC447E0-1D4D-4EF2-B81B-4B2400EE3EDB}"/>
              </a:ext>
            </a:extLst>
          </p:cNvPr>
          <p:cNvSpPr>
            <a:spLocks noGrp="1"/>
          </p:cNvSpPr>
          <p:nvPr>
            <p:ph type="dt" sz="half" idx="10"/>
          </p:nvPr>
        </p:nvSpPr>
        <p:spPr/>
        <p:txBody>
          <a:bodyPr rtlCol="0"/>
          <a:lstStyle/>
          <a:p>
            <a:pPr rtl="0"/>
            <a:r>
              <a:rPr lang="de-DE" noProof="0"/>
              <a:t>04.09.20XX</a:t>
            </a:r>
          </a:p>
        </p:txBody>
      </p:sp>
      <p:sp>
        <p:nvSpPr>
          <p:cNvPr id="3" name="Fußzeilenplatzhalt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rtlCol="0"/>
          <a:lstStyle/>
          <a:p>
            <a:pPr rtl="0"/>
            <a:r>
              <a:rPr lang="de-DE" noProof="0"/>
              <a:t>Präsentationstitel</a:t>
            </a:r>
          </a:p>
        </p:txBody>
      </p:sp>
      <p:sp>
        <p:nvSpPr>
          <p:cNvPr id="4" name="Foliennummernplatzhalt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rtlCol="0"/>
          <a:lstStyle/>
          <a:p>
            <a:pPr rtl="0"/>
            <a:fld id="{A65A5C87-DF58-40C8-B092-1DE63DB4547E}" type="slidenum">
              <a:rPr lang="de-DE" noProof="0" smtClean="0"/>
              <a:t>‹Nr.›</a:t>
            </a:fld>
            <a:endParaRPr lang="de-DE" noProof="0"/>
          </a:p>
        </p:txBody>
      </p:sp>
    </p:spTree>
    <p:extLst>
      <p:ext uri="{BB962C8B-B14F-4D97-AF65-F5344CB8AC3E}">
        <p14:creationId xmlns:p14="http://schemas.microsoft.com/office/powerpoint/2010/main" val="40603778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Inhalt mit Beschriftung">
    <p:spTree>
      <p:nvGrpSpPr>
        <p:cNvPr id="1" name=""/>
        <p:cNvGrpSpPr/>
        <p:nvPr/>
      </p:nvGrpSpPr>
      <p:grpSpPr>
        <a:xfrm>
          <a:off x="0" y="0"/>
          <a:ext cx="0" cy="0"/>
          <a:chOff x="0" y="0"/>
          <a:chExt cx="0" cy="0"/>
        </a:xfrm>
      </p:grpSpPr>
      <p:sp useBgFill="1">
        <p:nvSpPr>
          <p:cNvPr id="9" name="Rechteck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hteck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el 1">
            <a:extLst>
              <a:ext uri="{FF2B5EF4-FFF2-40B4-BE49-F238E27FC236}">
                <a16:creationId xmlns:a16="http://schemas.microsoft.com/office/drawing/2014/main" id="{47F7751B-CD8F-4F5B-A903-1DCE5D1E8306}"/>
              </a:ext>
            </a:extLst>
          </p:cNvPr>
          <p:cNvSpPr>
            <a:spLocks noGrp="1"/>
          </p:cNvSpPr>
          <p:nvPr>
            <p:ph type="title" hasCustomPrompt="1"/>
          </p:nvPr>
        </p:nvSpPr>
        <p:spPr>
          <a:xfrm>
            <a:off x="868680" y="1709928"/>
            <a:ext cx="3099816" cy="1709928"/>
          </a:xfrm>
        </p:spPr>
        <p:txBody>
          <a:bodyPr tIns="45720" rtlCol="0" anchor="t">
            <a:normAutofit/>
          </a:bodyPr>
          <a:lstStyle>
            <a:lvl1pPr>
              <a:lnSpc>
                <a:spcPct val="100000"/>
              </a:lnSpc>
              <a:defRPr sz="3400"/>
            </a:lvl1pPr>
          </a:lstStyle>
          <a:p>
            <a:pPr rtl="0"/>
            <a:r>
              <a:rPr lang="de-DE" noProof="0"/>
              <a:t>Titelmasterformat durch Klicken bearbeiten</a:t>
            </a:r>
          </a:p>
        </p:txBody>
      </p:sp>
      <p:sp>
        <p:nvSpPr>
          <p:cNvPr id="3" name="Inhaltsplatzhalter 2">
            <a:extLst>
              <a:ext uri="{FF2B5EF4-FFF2-40B4-BE49-F238E27FC236}">
                <a16:creationId xmlns:a16="http://schemas.microsoft.com/office/drawing/2014/main" id="{EFA55C8A-A0BB-441D-976F-EB56D4382DB6}"/>
              </a:ext>
            </a:extLst>
          </p:cNvPr>
          <p:cNvSpPr>
            <a:spLocks noGrp="1"/>
          </p:cNvSpPr>
          <p:nvPr>
            <p:ph idx="1" hasCustomPrompt="1"/>
          </p:nvPr>
        </p:nvSpPr>
        <p:spPr>
          <a:xfrm>
            <a:off x="4965192" y="1709928"/>
            <a:ext cx="6729984" cy="4096512"/>
          </a:xfrm>
        </p:spPr>
        <p:txBody>
          <a:bodyPr rtlCol="0"/>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rtl="0"/>
            <a:r>
              <a:rPr lang="de-DE" noProof="0"/>
              <a:t>Textmasterformate durch Klicken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p>
        </p:txBody>
      </p:sp>
      <p:sp>
        <p:nvSpPr>
          <p:cNvPr id="4" name="Textplatzhalter 3">
            <a:extLst>
              <a:ext uri="{FF2B5EF4-FFF2-40B4-BE49-F238E27FC236}">
                <a16:creationId xmlns:a16="http://schemas.microsoft.com/office/drawing/2014/main" id="{37DE6A51-A2E5-4BFA-B571-9FDFE1BBFB44}"/>
              </a:ext>
            </a:extLst>
          </p:cNvPr>
          <p:cNvSpPr>
            <a:spLocks noGrp="1"/>
          </p:cNvSpPr>
          <p:nvPr>
            <p:ph type="body" sz="half" idx="2" hasCustomPrompt="1"/>
          </p:nvPr>
        </p:nvSpPr>
        <p:spPr>
          <a:xfrm>
            <a:off x="868680" y="3429000"/>
            <a:ext cx="3099816" cy="2066544"/>
          </a:xfrm>
        </p:spPr>
        <p:txBody>
          <a:bodyPr rtlCol="0">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de-DE" noProof="0"/>
              <a:t>Textmasterformate durch Klicken bearbeiten</a:t>
            </a:r>
          </a:p>
        </p:txBody>
      </p:sp>
      <p:sp>
        <p:nvSpPr>
          <p:cNvPr id="5" name="Datumsplatzhalt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rtlCol="0"/>
          <a:lstStyle/>
          <a:p>
            <a:pPr rtl="0"/>
            <a:r>
              <a:rPr lang="de-DE" noProof="0"/>
              <a:t>04.09.20XX</a:t>
            </a:r>
          </a:p>
        </p:txBody>
      </p:sp>
      <p:sp>
        <p:nvSpPr>
          <p:cNvPr id="6" name="Fußzeilenplatzhalt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rtlCol="0"/>
          <a:lstStyle/>
          <a:p>
            <a:pPr rtl="0"/>
            <a:r>
              <a:rPr lang="de-DE" noProof="0"/>
              <a:t>Präsentationstitel</a:t>
            </a:r>
          </a:p>
        </p:txBody>
      </p:sp>
      <p:sp>
        <p:nvSpPr>
          <p:cNvPr id="7" name="Foliennummernplatzhalt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rtlCol="0"/>
          <a:lstStyle/>
          <a:p>
            <a:pPr rtl="0"/>
            <a:fld id="{A65A5C87-DF58-40C8-B092-1DE63DB4547E}" type="slidenum">
              <a:rPr lang="de-DE" noProof="0" smtClean="0"/>
              <a:t>‹Nr.›</a:t>
            </a:fld>
            <a:endParaRPr lang="de-DE" noProof="0"/>
          </a:p>
        </p:txBody>
      </p:sp>
    </p:spTree>
    <p:extLst>
      <p:ext uri="{BB962C8B-B14F-4D97-AF65-F5344CB8AC3E}">
        <p14:creationId xmlns:p14="http://schemas.microsoft.com/office/powerpoint/2010/main" val="17772245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Bild mit Beschriftung">
    <p:spTree>
      <p:nvGrpSpPr>
        <p:cNvPr id="1" name=""/>
        <p:cNvGrpSpPr/>
        <p:nvPr/>
      </p:nvGrpSpPr>
      <p:grpSpPr>
        <a:xfrm>
          <a:off x="0" y="0"/>
          <a:ext cx="0" cy="0"/>
          <a:chOff x="0" y="0"/>
          <a:chExt cx="0" cy="0"/>
        </a:xfrm>
      </p:grpSpPr>
      <p:sp useBgFill="1">
        <p:nvSpPr>
          <p:cNvPr id="9" name="Rechteck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hteck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el 1">
            <a:extLst>
              <a:ext uri="{FF2B5EF4-FFF2-40B4-BE49-F238E27FC236}">
                <a16:creationId xmlns:a16="http://schemas.microsoft.com/office/drawing/2014/main" id="{A0C04DCC-0E3E-4F05-9FAC-9FA6CA4B2BAE}"/>
              </a:ext>
            </a:extLst>
          </p:cNvPr>
          <p:cNvSpPr>
            <a:spLocks noGrp="1"/>
          </p:cNvSpPr>
          <p:nvPr>
            <p:ph type="title" hasCustomPrompt="1"/>
          </p:nvPr>
        </p:nvSpPr>
        <p:spPr>
          <a:xfrm>
            <a:off x="868680" y="1709928"/>
            <a:ext cx="3099816" cy="1709928"/>
          </a:xfrm>
        </p:spPr>
        <p:txBody>
          <a:bodyPr tIns="45720" rtlCol="0" anchor="t">
            <a:normAutofit/>
          </a:bodyPr>
          <a:lstStyle>
            <a:lvl1pPr>
              <a:lnSpc>
                <a:spcPct val="100000"/>
              </a:lnSpc>
              <a:defRPr sz="3400"/>
            </a:lvl1pPr>
          </a:lstStyle>
          <a:p>
            <a:pPr rtl="0"/>
            <a:r>
              <a:rPr lang="de-DE" noProof="0"/>
              <a:t>Titelmasterformat durch Klicken bearbeiten</a:t>
            </a:r>
          </a:p>
        </p:txBody>
      </p:sp>
      <p:sp>
        <p:nvSpPr>
          <p:cNvPr id="3" name="Bildplatzhalter 2">
            <a:extLst>
              <a:ext uri="{FF2B5EF4-FFF2-40B4-BE49-F238E27FC236}">
                <a16:creationId xmlns:a16="http://schemas.microsoft.com/office/drawing/2014/main" id="{EBA29649-B19F-499E-8E9A-3577EAC8F031}"/>
              </a:ext>
            </a:extLst>
          </p:cNvPr>
          <p:cNvSpPr>
            <a:spLocks noGrp="1"/>
          </p:cNvSpPr>
          <p:nvPr>
            <p:ph type="pic" idx="1" hasCustomPrompt="1"/>
          </p:nvPr>
        </p:nvSpPr>
        <p:spPr>
          <a:xfrm>
            <a:off x="4965192" y="1161288"/>
            <a:ext cx="6729984" cy="4645152"/>
          </a:xfrm>
        </p:spPr>
        <p:txBody>
          <a:bodyPr rtlCol="0">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de-DE" noProof="0"/>
              <a:t>Klicken Sie, um ein Bild hinzuzufügen.</a:t>
            </a:r>
          </a:p>
        </p:txBody>
      </p:sp>
      <p:sp>
        <p:nvSpPr>
          <p:cNvPr id="4" name="Textplatzhalter 3">
            <a:extLst>
              <a:ext uri="{FF2B5EF4-FFF2-40B4-BE49-F238E27FC236}">
                <a16:creationId xmlns:a16="http://schemas.microsoft.com/office/drawing/2014/main" id="{1BC9EF2E-A8CD-41A1-B11A-0D8842797A98}"/>
              </a:ext>
            </a:extLst>
          </p:cNvPr>
          <p:cNvSpPr>
            <a:spLocks noGrp="1"/>
          </p:cNvSpPr>
          <p:nvPr>
            <p:ph type="body" sz="half" idx="2" hasCustomPrompt="1"/>
          </p:nvPr>
        </p:nvSpPr>
        <p:spPr>
          <a:xfrm>
            <a:off x="868680" y="3438144"/>
            <a:ext cx="3099816" cy="2057400"/>
          </a:xfrm>
        </p:spPr>
        <p:txBody>
          <a:bodyPr rtlCol="0">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de-DE" noProof="0"/>
              <a:t>Textmasterformate durch Klicken bearbeiten</a:t>
            </a:r>
          </a:p>
        </p:txBody>
      </p:sp>
      <p:sp>
        <p:nvSpPr>
          <p:cNvPr id="5" name="Datumsplatzhalt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rtlCol="0"/>
          <a:lstStyle/>
          <a:p>
            <a:pPr rtl="0"/>
            <a:r>
              <a:rPr lang="de-DE" noProof="0"/>
              <a:t>04.09.20XX</a:t>
            </a:r>
          </a:p>
        </p:txBody>
      </p:sp>
      <p:sp>
        <p:nvSpPr>
          <p:cNvPr id="6" name="Fußzeilenplatzhalt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rtlCol="0"/>
          <a:lstStyle/>
          <a:p>
            <a:pPr rtl="0"/>
            <a:r>
              <a:rPr lang="de-DE" noProof="0"/>
              <a:t>Präsentationstitel</a:t>
            </a:r>
          </a:p>
        </p:txBody>
      </p:sp>
      <p:sp>
        <p:nvSpPr>
          <p:cNvPr id="7" name="Foliennummernplatzhalt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rtlCol="0"/>
          <a:lstStyle/>
          <a:p>
            <a:pPr rtl="0"/>
            <a:fld id="{A65A5C87-DF58-40C8-B092-1DE63DB4547E}" type="slidenum">
              <a:rPr lang="de-DE" noProof="0" smtClean="0"/>
              <a:t>‹Nr.›</a:t>
            </a:fld>
            <a:endParaRPr lang="de-DE" noProof="0"/>
          </a:p>
        </p:txBody>
      </p:sp>
    </p:spTree>
    <p:extLst>
      <p:ext uri="{BB962C8B-B14F-4D97-AF65-F5344CB8AC3E}">
        <p14:creationId xmlns:p14="http://schemas.microsoft.com/office/powerpoint/2010/main" val="433248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pPr rtl="0"/>
            <a:r>
              <a:rPr lang="de-DE" noProof="0"/>
              <a:t>Titelmasterformat durch Klicken bearbeiten</a:t>
            </a:r>
          </a:p>
        </p:txBody>
      </p:sp>
      <p:sp>
        <p:nvSpPr>
          <p:cNvPr id="3" name="Textplatzhalt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rtl="0"/>
            <a:r>
              <a:rPr lang="de-DE" noProof="0"/>
              <a:t>Textmasterformat durch Klicken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p>
        </p:txBody>
      </p:sp>
      <p:sp>
        <p:nvSpPr>
          <p:cNvPr id="4" name="Datumsplatzhalt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rtl="0"/>
            <a:r>
              <a:rPr lang="de-DE" noProof="0"/>
              <a:t>04.09.20XX</a:t>
            </a:r>
          </a:p>
        </p:txBody>
      </p:sp>
      <p:sp>
        <p:nvSpPr>
          <p:cNvPr id="5" name="Fußzeilenplatzhalt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rtl="0"/>
            <a:r>
              <a:rPr lang="de-DE" noProof="0"/>
              <a:t>Präsentationstitel</a:t>
            </a:r>
          </a:p>
        </p:txBody>
      </p:sp>
      <p:sp>
        <p:nvSpPr>
          <p:cNvPr id="6" name="Foliennummernplatzhalt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rtl="0"/>
            <a:fld id="{A65A5C87-DF58-40C8-B092-1DE63DB4547E}" type="slidenum">
              <a:rPr lang="de-DE" noProof="0" smtClean="0"/>
              <a:t>‹Nr.›</a:t>
            </a:fld>
            <a:endParaRPr lang="de-DE" noProof="0"/>
          </a:p>
        </p:txBody>
      </p:sp>
    </p:spTree>
    <p:extLst>
      <p:ext uri="{BB962C8B-B14F-4D97-AF65-F5344CB8AC3E}">
        <p14:creationId xmlns:p14="http://schemas.microsoft.com/office/powerpoint/2010/main" val="1785134420"/>
      </p:ext>
    </p:extLst>
  </p:cSld>
  <p:clrMap bg1="lt1" tx1="dk1" bg2="lt2" tx2="dk2" accent1="accent1" accent2="accent2" accent3="accent3" accent4="accent4" accent5="accent5" accent6="accent6" hlink="hlink" folHlink="folHlink"/>
  <p:sldLayoutIdLst>
    <p:sldLayoutId id="2147483721" r:id="rId1"/>
    <p:sldLayoutId id="2147483730" r:id="rId2"/>
    <p:sldLayoutId id="2147483731" r:id="rId3"/>
    <p:sldLayoutId id="2147483723" r:id="rId4"/>
    <p:sldLayoutId id="2147483722" r:id="rId5"/>
    <p:sldLayoutId id="2147483732" r:id="rId6"/>
    <p:sldLayoutId id="2147483736" r:id="rId7"/>
    <p:sldLayoutId id="2147483725" r:id="rId8"/>
    <p:sldLayoutId id="2147483733" r:id="rId9"/>
    <p:sldLayoutId id="2147483734" r:id="rId10"/>
    <p:sldLayoutId id="2147483735" r:id="rId11"/>
    <p:sldLayoutId id="2147483726" r:id="rId12"/>
    <p:sldLayoutId id="2147483727" r:id="rId13"/>
    <p:sldLayoutId id="2147483728" r:id="rId14"/>
    <p:sldLayoutId id="2147483729" r:id="rId1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6.xml"/><Relationship Id="rId1" Type="http://schemas.openxmlformats.org/officeDocument/2006/relationships/slideLayout" Target="../slideLayouts/slideLayout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0.xml"/><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80D9D20-B4BB-42AA-8DDD-68CC9F1D95DB}"/>
              </a:ext>
            </a:extLst>
          </p:cNvPr>
          <p:cNvSpPr>
            <a:spLocks noGrp="1"/>
          </p:cNvSpPr>
          <p:nvPr>
            <p:ph type="ctrTitle"/>
          </p:nvPr>
        </p:nvSpPr>
        <p:spPr/>
        <p:txBody>
          <a:bodyPr rtlCol="0"/>
          <a:lstStyle/>
          <a:p>
            <a:pPr rtl="0"/>
            <a:r>
              <a:rPr lang="de-DE" dirty="0"/>
              <a:t>Robotik Projekt 3 </a:t>
            </a:r>
            <a:r>
              <a:rPr lang="de-DE" sz="3600" dirty="0"/>
              <a:t>(RO45)</a:t>
            </a:r>
            <a:endParaRPr lang="de-DE" dirty="0"/>
          </a:p>
        </p:txBody>
      </p:sp>
      <p:sp>
        <p:nvSpPr>
          <p:cNvPr id="3" name="Untertitel 2">
            <a:extLst>
              <a:ext uri="{FF2B5EF4-FFF2-40B4-BE49-F238E27FC236}">
                <a16:creationId xmlns:a16="http://schemas.microsoft.com/office/drawing/2014/main" id="{ED9E8FDB-60EE-45AE-BB89-9A561A61C2AC}"/>
              </a:ext>
            </a:extLst>
          </p:cNvPr>
          <p:cNvSpPr>
            <a:spLocks noGrp="1"/>
          </p:cNvSpPr>
          <p:nvPr>
            <p:ph type="subTitle" idx="1"/>
          </p:nvPr>
        </p:nvSpPr>
        <p:spPr>
          <a:xfrm>
            <a:off x="2484120" y="4142232"/>
            <a:ext cx="7223760" cy="685800"/>
          </a:xfrm>
        </p:spPr>
        <p:txBody>
          <a:bodyPr rtlCol="0"/>
          <a:lstStyle/>
          <a:p>
            <a:pPr rtl="0"/>
            <a:r>
              <a:rPr lang="de-DE" dirty="0"/>
              <a:t>Automatische Sortieranlage</a:t>
            </a:r>
          </a:p>
        </p:txBody>
      </p:sp>
    </p:spTree>
    <p:extLst>
      <p:ext uri="{BB962C8B-B14F-4D97-AF65-F5344CB8AC3E}">
        <p14:creationId xmlns:p14="http://schemas.microsoft.com/office/powerpoint/2010/main" val="1833737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5F4A85B-2AC6-4E29-B074-AB92F8FA9BB1}"/>
              </a:ext>
            </a:extLst>
          </p:cNvPr>
          <p:cNvSpPr>
            <a:spLocks noGrp="1"/>
          </p:cNvSpPr>
          <p:nvPr>
            <p:ph type="title"/>
          </p:nvPr>
        </p:nvSpPr>
        <p:spPr>
          <a:xfrm>
            <a:off x="868680" y="1709928"/>
            <a:ext cx="3099816" cy="1709928"/>
          </a:xfrm>
        </p:spPr>
        <p:txBody>
          <a:bodyPr rtlCol="0" anchor="t">
            <a:normAutofit/>
          </a:bodyPr>
          <a:lstStyle/>
          <a:p>
            <a:pPr rtl="0"/>
            <a:r>
              <a:rPr lang="de-DE"/>
              <a:t>Agenda</a:t>
            </a:r>
            <a:endParaRPr lang="de-DE" dirty="0"/>
          </a:p>
        </p:txBody>
      </p:sp>
      <p:pic>
        <p:nvPicPr>
          <p:cNvPr id="10" name="Bildplatzhalter 9">
            <a:extLst>
              <a:ext uri="{FF2B5EF4-FFF2-40B4-BE49-F238E27FC236}">
                <a16:creationId xmlns:a16="http://schemas.microsoft.com/office/drawing/2014/main" id="{8780F92C-89EF-D7F6-B4DD-0B5D27A1AAF2}"/>
              </a:ext>
            </a:extLst>
          </p:cNvPr>
          <p:cNvPicPr>
            <a:picLocks noGrp="1" noChangeAspect="1"/>
          </p:cNvPicPr>
          <p:nvPr>
            <p:ph type="pic" idx="1"/>
          </p:nvPr>
        </p:nvPicPr>
        <p:blipFill>
          <a:blip r:embed="rId3"/>
          <a:srcRect t="4885" b="4885"/>
          <a:stretch/>
        </p:blipFill>
        <p:spPr>
          <a:xfrm>
            <a:off x="4965397" y="1161288"/>
            <a:ext cx="6729573" cy="4645152"/>
          </a:xfrm>
          <a:prstGeom prst="rect">
            <a:avLst/>
          </a:prstGeom>
          <a:noFill/>
        </p:spPr>
      </p:pic>
      <p:sp>
        <p:nvSpPr>
          <p:cNvPr id="3" name="Inhaltsplatzhalter 2">
            <a:extLst>
              <a:ext uri="{FF2B5EF4-FFF2-40B4-BE49-F238E27FC236}">
                <a16:creationId xmlns:a16="http://schemas.microsoft.com/office/drawing/2014/main" id="{E32AB0EB-0819-41F4-99E9-C02FA0DAF66D}"/>
              </a:ext>
            </a:extLst>
          </p:cNvPr>
          <p:cNvSpPr>
            <a:spLocks noGrp="1"/>
          </p:cNvSpPr>
          <p:nvPr>
            <p:ph type="body" sz="half" idx="2"/>
          </p:nvPr>
        </p:nvSpPr>
        <p:spPr>
          <a:xfrm>
            <a:off x="868680" y="3438144"/>
            <a:ext cx="3099816" cy="2057400"/>
          </a:xfrm>
        </p:spPr>
        <p:txBody>
          <a:bodyPr rtlCol="0">
            <a:normAutofit/>
          </a:bodyPr>
          <a:lstStyle/>
          <a:p>
            <a:pPr marL="0" indent="0" rtl="0">
              <a:buNone/>
            </a:pPr>
            <a:r>
              <a:rPr lang="de-DE" dirty="0"/>
              <a:t>Kurzvorstellung</a:t>
            </a:r>
          </a:p>
          <a:p>
            <a:pPr marL="0" indent="0" rtl="0">
              <a:buNone/>
            </a:pPr>
            <a:r>
              <a:rPr lang="de-DE" dirty="0"/>
              <a:t>Projektmanagement</a:t>
            </a:r>
          </a:p>
          <a:p>
            <a:pPr marL="0" indent="0" rtl="0">
              <a:buNone/>
            </a:pPr>
            <a:r>
              <a:rPr lang="de-DE" dirty="0"/>
              <a:t>Aufgabenverteilung</a:t>
            </a:r>
          </a:p>
          <a:p>
            <a:pPr marL="0" indent="0" rtl="0">
              <a:buNone/>
            </a:pPr>
            <a:r>
              <a:rPr lang="de-DE" dirty="0"/>
              <a:t>Technische Umsetzung</a:t>
            </a:r>
          </a:p>
          <a:p>
            <a:pPr rtl="0"/>
            <a:endParaRPr lang="de-DE" dirty="0"/>
          </a:p>
        </p:txBody>
      </p:sp>
      <p:sp>
        <p:nvSpPr>
          <p:cNvPr id="4" name="Datumsplatzhalter 3">
            <a:extLst>
              <a:ext uri="{FF2B5EF4-FFF2-40B4-BE49-F238E27FC236}">
                <a16:creationId xmlns:a16="http://schemas.microsoft.com/office/drawing/2014/main" id="{B425C423-85DE-48DB-8096-152D738B7D04}"/>
              </a:ext>
            </a:extLst>
          </p:cNvPr>
          <p:cNvSpPr>
            <a:spLocks noGrp="1"/>
          </p:cNvSpPr>
          <p:nvPr>
            <p:ph type="dt" sz="half" idx="10"/>
          </p:nvPr>
        </p:nvSpPr>
        <p:spPr>
          <a:xfrm>
            <a:off x="868680" y="6356350"/>
            <a:ext cx="2743200" cy="365125"/>
          </a:xfrm>
        </p:spPr>
        <p:txBody>
          <a:bodyPr rtlCol="0" anchor="ctr">
            <a:normAutofit/>
          </a:bodyPr>
          <a:lstStyle/>
          <a:p>
            <a:pPr rtl="0">
              <a:spcAft>
                <a:spcPts val="600"/>
              </a:spcAft>
            </a:pPr>
            <a:r>
              <a:rPr lang="de-DE"/>
              <a:t>04.09.20XX</a:t>
            </a:r>
          </a:p>
        </p:txBody>
      </p:sp>
      <p:sp>
        <p:nvSpPr>
          <p:cNvPr id="5" name="Fußzeilenplatzhalter 4">
            <a:extLst>
              <a:ext uri="{FF2B5EF4-FFF2-40B4-BE49-F238E27FC236}">
                <a16:creationId xmlns:a16="http://schemas.microsoft.com/office/drawing/2014/main" id="{3714E39E-D8A0-4428-97D8-FE545232279C}"/>
              </a:ext>
            </a:extLst>
          </p:cNvPr>
          <p:cNvSpPr>
            <a:spLocks noGrp="1"/>
          </p:cNvSpPr>
          <p:nvPr>
            <p:ph type="ftr" sz="quarter" idx="11"/>
          </p:nvPr>
        </p:nvSpPr>
        <p:spPr>
          <a:xfrm>
            <a:off x="4038600" y="6356350"/>
            <a:ext cx="4114800" cy="365125"/>
          </a:xfrm>
        </p:spPr>
        <p:txBody>
          <a:bodyPr rtlCol="0" anchor="ctr">
            <a:normAutofit/>
          </a:bodyPr>
          <a:lstStyle/>
          <a:p>
            <a:pPr rtl="0">
              <a:spcAft>
                <a:spcPts val="600"/>
              </a:spcAft>
            </a:pPr>
            <a:r>
              <a:rPr lang="de-DE"/>
              <a:t>Präsentationstitel</a:t>
            </a:r>
          </a:p>
        </p:txBody>
      </p:sp>
      <p:sp>
        <p:nvSpPr>
          <p:cNvPr id="6" name="Foliennummernplatzhalter 5">
            <a:extLst>
              <a:ext uri="{FF2B5EF4-FFF2-40B4-BE49-F238E27FC236}">
                <a16:creationId xmlns:a16="http://schemas.microsoft.com/office/drawing/2014/main" id="{B49FA539-2DA6-4197-AA13-56E0C33955F2}"/>
              </a:ext>
            </a:extLst>
          </p:cNvPr>
          <p:cNvSpPr>
            <a:spLocks noGrp="1"/>
          </p:cNvSpPr>
          <p:nvPr>
            <p:ph type="sldNum" sz="quarter" idx="12"/>
          </p:nvPr>
        </p:nvSpPr>
        <p:spPr>
          <a:xfrm>
            <a:off x="8610600" y="6356350"/>
            <a:ext cx="2743200" cy="365125"/>
          </a:xfrm>
        </p:spPr>
        <p:txBody>
          <a:bodyPr rtlCol="0" anchor="ctr">
            <a:normAutofit/>
          </a:bodyPr>
          <a:lstStyle/>
          <a:p>
            <a:pPr rtl="0">
              <a:spcAft>
                <a:spcPts val="600"/>
              </a:spcAft>
            </a:pPr>
            <a:fld id="{A65A5C87-DF58-40C8-B092-1DE63DB4547E}" type="slidenum">
              <a:rPr lang="de-DE" smtClean="0"/>
              <a:pPr rtl="0">
                <a:spcAft>
                  <a:spcPts val="600"/>
                </a:spcAft>
              </a:pPr>
              <a:t>2</a:t>
            </a:fld>
            <a:endParaRPr lang="de-DE"/>
          </a:p>
        </p:txBody>
      </p:sp>
    </p:spTree>
    <p:extLst>
      <p:ext uri="{BB962C8B-B14F-4D97-AF65-F5344CB8AC3E}">
        <p14:creationId xmlns:p14="http://schemas.microsoft.com/office/powerpoint/2010/main" val="416783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9501C14-7F4D-4D43-AB31-14E1B4AA1C63}"/>
              </a:ext>
            </a:extLst>
          </p:cNvPr>
          <p:cNvSpPr>
            <a:spLocks noGrp="1"/>
          </p:cNvSpPr>
          <p:nvPr>
            <p:ph type="title"/>
          </p:nvPr>
        </p:nvSpPr>
        <p:spPr/>
        <p:txBody>
          <a:bodyPr rtlCol="0"/>
          <a:lstStyle/>
          <a:p>
            <a:pPr rtl="0"/>
            <a:r>
              <a:rPr lang="de-DE" dirty="0"/>
              <a:t>Kurzvorstellung</a:t>
            </a:r>
          </a:p>
        </p:txBody>
      </p:sp>
      <p:sp>
        <p:nvSpPr>
          <p:cNvPr id="3" name="Inhaltsplatzhalter 2">
            <a:extLst>
              <a:ext uri="{FF2B5EF4-FFF2-40B4-BE49-F238E27FC236}">
                <a16:creationId xmlns:a16="http://schemas.microsoft.com/office/drawing/2014/main" id="{04141C1E-7FB9-4FD0-9195-B9ADFD18ADC1}"/>
              </a:ext>
            </a:extLst>
          </p:cNvPr>
          <p:cNvSpPr>
            <a:spLocks noGrp="1"/>
          </p:cNvSpPr>
          <p:nvPr>
            <p:ph idx="1"/>
          </p:nvPr>
        </p:nvSpPr>
        <p:spPr>
          <a:xfrm>
            <a:off x="8583693" y="1146784"/>
            <a:ext cx="2584599" cy="1468400"/>
          </a:xfrm>
          <a:ln>
            <a:solidFill>
              <a:srgbClr val="FFC000"/>
            </a:solidFill>
          </a:ln>
        </p:spPr>
        <p:txBody>
          <a:bodyPr rtlCol="0"/>
          <a:lstStyle/>
          <a:p>
            <a:pPr rtl="0"/>
            <a:r>
              <a:rPr lang="de-DE" u="sng" dirty="0"/>
              <a:t>Team Mitglieder</a:t>
            </a:r>
            <a:r>
              <a:rPr lang="de-DE" dirty="0"/>
              <a:t>:</a:t>
            </a:r>
          </a:p>
          <a:p>
            <a:pPr marL="285750" indent="-285750" rtl="0">
              <a:buFontTx/>
              <a:buChar char="-"/>
            </a:pPr>
            <a:r>
              <a:rPr lang="de-DE" dirty="0"/>
              <a:t>Linus Braun</a:t>
            </a:r>
          </a:p>
          <a:p>
            <a:pPr marL="285750" indent="-285750" rtl="0">
              <a:buFontTx/>
              <a:buChar char="-"/>
            </a:pPr>
            <a:r>
              <a:rPr lang="de-DE" dirty="0"/>
              <a:t>Patrice Wenzig</a:t>
            </a:r>
          </a:p>
        </p:txBody>
      </p:sp>
      <p:sp>
        <p:nvSpPr>
          <p:cNvPr id="4" name="Foliennummernplatzhalter 3">
            <a:extLst>
              <a:ext uri="{FF2B5EF4-FFF2-40B4-BE49-F238E27FC236}">
                <a16:creationId xmlns:a16="http://schemas.microsoft.com/office/drawing/2014/main" id="{30C59246-61F9-4344-994B-CAC75B954C24}"/>
              </a:ext>
            </a:extLst>
          </p:cNvPr>
          <p:cNvSpPr>
            <a:spLocks noGrp="1"/>
          </p:cNvSpPr>
          <p:nvPr>
            <p:ph type="sldNum" sz="quarter" idx="12"/>
          </p:nvPr>
        </p:nvSpPr>
        <p:spPr/>
        <p:txBody>
          <a:bodyPr rtlCol="0"/>
          <a:lstStyle/>
          <a:p>
            <a:pPr rtl="0"/>
            <a:fld id="{A65A5C87-DF58-40C8-B092-1DE63DB4547E}" type="slidenum">
              <a:rPr lang="de-DE" smtClean="0"/>
              <a:pPr/>
              <a:t>3</a:t>
            </a:fld>
            <a:endParaRPr lang="de-DE"/>
          </a:p>
        </p:txBody>
      </p:sp>
      <p:sp>
        <p:nvSpPr>
          <p:cNvPr id="9" name="Inhaltsplatzhalter 2">
            <a:extLst>
              <a:ext uri="{FF2B5EF4-FFF2-40B4-BE49-F238E27FC236}">
                <a16:creationId xmlns:a16="http://schemas.microsoft.com/office/drawing/2014/main" id="{583C290A-84D2-6DAA-CE2D-523F24CFBDCD}"/>
              </a:ext>
            </a:extLst>
          </p:cNvPr>
          <p:cNvSpPr txBox="1">
            <a:spLocks/>
          </p:cNvSpPr>
          <p:nvPr/>
        </p:nvSpPr>
        <p:spPr>
          <a:xfrm>
            <a:off x="7752325" y="3186631"/>
            <a:ext cx="3989832" cy="2825496"/>
          </a:xfrm>
          <a:prstGeom prst="rect">
            <a:avLst/>
          </a:prstGeom>
        </p:spPr>
        <p:txBody>
          <a:bodyPr vert="horz" lIns="91440" tIns="45720" rIns="91440" bIns="45720" rtlCol="0">
            <a:normAutofit/>
          </a:bodyPr>
          <a:lstStyle>
            <a:lvl1pPr marL="0" indent="0" algn="l" defTabSz="914400" rtl="0" eaLnBrk="1" latinLnBrk="0" hangingPunct="1">
              <a:lnSpc>
                <a:spcPct val="110000"/>
              </a:lnSpc>
              <a:spcBef>
                <a:spcPts val="1000"/>
              </a:spcBef>
              <a:buFont typeface="Arial" panose="020B0604020202020204" pitchFamily="34" charset="0"/>
              <a:buNone/>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de-DE" dirty="0"/>
          </a:p>
        </p:txBody>
      </p:sp>
      <p:sp>
        <p:nvSpPr>
          <p:cNvPr id="10" name="Textfeld 9">
            <a:extLst>
              <a:ext uri="{FF2B5EF4-FFF2-40B4-BE49-F238E27FC236}">
                <a16:creationId xmlns:a16="http://schemas.microsoft.com/office/drawing/2014/main" id="{1E71A010-2F5C-441A-F386-62F7C006C027}"/>
              </a:ext>
            </a:extLst>
          </p:cNvPr>
          <p:cNvSpPr txBox="1"/>
          <p:nvPr/>
        </p:nvSpPr>
        <p:spPr>
          <a:xfrm>
            <a:off x="612648" y="3429000"/>
            <a:ext cx="5296268" cy="2585323"/>
          </a:xfrm>
          <a:prstGeom prst="rect">
            <a:avLst/>
          </a:prstGeom>
          <a:noFill/>
        </p:spPr>
        <p:txBody>
          <a:bodyPr wrap="square" rtlCol="0">
            <a:spAutoFit/>
          </a:bodyPr>
          <a:lstStyle/>
          <a:p>
            <a:r>
              <a:rPr lang="de-DE" u="sng" dirty="0"/>
              <a:t>Projekt: </a:t>
            </a:r>
          </a:p>
          <a:p>
            <a:endParaRPr lang="de-DE" dirty="0"/>
          </a:p>
          <a:p>
            <a:r>
              <a:rPr lang="de-DE" dirty="0"/>
              <a:t>Entwickeln einer Sortieranlage. Mit Hilfe von Maschinelearning, einer Kamera, einem Portalroboter sowie einem Förderband werden unterschiedliche Bauteile auf Ausschuss kontrolliert und entsprechend autonom in den zugeordneten Container einsortiert.</a:t>
            </a:r>
          </a:p>
          <a:p>
            <a:endParaRPr lang="de-DE" dirty="0"/>
          </a:p>
        </p:txBody>
      </p:sp>
      <p:sp>
        <p:nvSpPr>
          <p:cNvPr id="11" name="Textfeld 10">
            <a:extLst>
              <a:ext uri="{FF2B5EF4-FFF2-40B4-BE49-F238E27FC236}">
                <a16:creationId xmlns:a16="http://schemas.microsoft.com/office/drawing/2014/main" id="{857FBAB6-7D51-FFA1-C5C1-D17432BD39AA}"/>
              </a:ext>
            </a:extLst>
          </p:cNvPr>
          <p:cNvSpPr txBox="1"/>
          <p:nvPr/>
        </p:nvSpPr>
        <p:spPr>
          <a:xfrm>
            <a:off x="5993000" y="3429000"/>
            <a:ext cx="6020323" cy="2862322"/>
          </a:xfrm>
          <a:prstGeom prst="rect">
            <a:avLst/>
          </a:prstGeom>
          <a:noFill/>
        </p:spPr>
        <p:txBody>
          <a:bodyPr wrap="square" rtlCol="0">
            <a:spAutoFit/>
          </a:bodyPr>
          <a:lstStyle/>
          <a:p>
            <a:r>
              <a:rPr lang="de-DE" u="sng" dirty="0"/>
              <a:t>Zur Verfügung stehende Objekte: </a:t>
            </a:r>
          </a:p>
          <a:p>
            <a:endParaRPr lang="de-DE" dirty="0"/>
          </a:p>
          <a:p>
            <a:pPr marL="285750" indent="-285750">
              <a:buFont typeface="Arial" panose="020B0604020202020204" pitchFamily="34" charset="0"/>
              <a:buChar char="•"/>
            </a:pPr>
            <a:r>
              <a:rPr lang="de-DE" dirty="0"/>
              <a:t>Portalroboter mit "Synchronmotoren"</a:t>
            </a:r>
          </a:p>
          <a:p>
            <a:pPr marL="285750" indent="-285750">
              <a:buFont typeface="Arial" panose="020B0604020202020204" pitchFamily="34" charset="0"/>
              <a:buChar char="•"/>
            </a:pPr>
            <a:r>
              <a:rPr lang="de-DE" dirty="0"/>
              <a:t>Mikrokontroller zum Ansteuern der Achsen</a:t>
            </a:r>
          </a:p>
          <a:p>
            <a:pPr marL="285750" indent="-285750">
              <a:buFont typeface="Arial" panose="020B0604020202020204" pitchFamily="34" charset="0"/>
              <a:buChar char="•"/>
            </a:pPr>
            <a:r>
              <a:rPr lang="de-DE" dirty="0"/>
              <a:t>Kamera</a:t>
            </a:r>
          </a:p>
          <a:p>
            <a:pPr marL="285750" indent="-285750">
              <a:buFont typeface="Arial" panose="020B0604020202020204" pitchFamily="34" charset="0"/>
              <a:buChar char="•"/>
            </a:pPr>
            <a:r>
              <a:rPr lang="de-DE" dirty="0"/>
              <a:t>Förderband </a:t>
            </a:r>
          </a:p>
          <a:p>
            <a:pPr marL="285750" indent="-285750">
              <a:buFont typeface="Arial" panose="020B0604020202020204" pitchFamily="34" charset="0"/>
              <a:buChar char="•"/>
            </a:pPr>
            <a:r>
              <a:rPr lang="de-DE" dirty="0"/>
              <a:t>ROS2 </a:t>
            </a:r>
          </a:p>
          <a:p>
            <a:pPr marL="285750" indent="-285750">
              <a:buFont typeface="Arial" panose="020B0604020202020204" pitchFamily="34" charset="0"/>
              <a:buChar char="•"/>
            </a:pPr>
            <a:r>
              <a:rPr lang="de-DE" dirty="0" err="1"/>
              <a:t>MachineVision</a:t>
            </a:r>
            <a:r>
              <a:rPr lang="de-DE" dirty="0"/>
              <a:t> mit </a:t>
            </a:r>
            <a:r>
              <a:rPr lang="de-DE" dirty="0" err="1"/>
              <a:t>OpenCV</a:t>
            </a:r>
            <a:r>
              <a:rPr lang="de-DE" dirty="0"/>
              <a:t> (Python)</a:t>
            </a:r>
          </a:p>
          <a:p>
            <a:pPr marL="285750" indent="-285750">
              <a:buFont typeface="Arial" panose="020B0604020202020204" pitchFamily="34" charset="0"/>
              <a:buChar char="•"/>
            </a:pPr>
            <a:r>
              <a:rPr lang="de-DE" dirty="0"/>
              <a:t>Maschinelearning zur Identifizierung der Objekte</a:t>
            </a:r>
          </a:p>
          <a:p>
            <a:endParaRPr lang="de-DE" dirty="0"/>
          </a:p>
        </p:txBody>
      </p:sp>
    </p:spTree>
    <p:extLst>
      <p:ext uri="{BB962C8B-B14F-4D97-AF65-F5344CB8AC3E}">
        <p14:creationId xmlns:p14="http://schemas.microsoft.com/office/powerpoint/2010/main" val="14713846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26D3A99-BC9D-4DC2-BE1B-9E2C93EDD294}"/>
              </a:ext>
            </a:extLst>
          </p:cNvPr>
          <p:cNvSpPr>
            <a:spLocks noGrp="1"/>
          </p:cNvSpPr>
          <p:nvPr>
            <p:ph type="title"/>
          </p:nvPr>
        </p:nvSpPr>
        <p:spPr/>
        <p:txBody>
          <a:bodyPr rtlCol="0"/>
          <a:lstStyle/>
          <a:p>
            <a:pPr rtl="0"/>
            <a:r>
              <a:rPr lang="de-DE" dirty="0"/>
              <a:t>Projektmanagement</a:t>
            </a:r>
          </a:p>
        </p:txBody>
      </p:sp>
      <p:sp>
        <p:nvSpPr>
          <p:cNvPr id="3" name="Textplatzhalter 2">
            <a:extLst>
              <a:ext uri="{FF2B5EF4-FFF2-40B4-BE49-F238E27FC236}">
                <a16:creationId xmlns:a16="http://schemas.microsoft.com/office/drawing/2014/main" id="{817D061C-023A-4DD9-8847-DD7718553EA4}"/>
              </a:ext>
            </a:extLst>
          </p:cNvPr>
          <p:cNvSpPr>
            <a:spLocks noGrp="1"/>
          </p:cNvSpPr>
          <p:nvPr>
            <p:ph type="body" idx="1"/>
          </p:nvPr>
        </p:nvSpPr>
        <p:spPr>
          <a:xfrm>
            <a:off x="8507073" y="1938528"/>
            <a:ext cx="2794911" cy="2990088"/>
          </a:xfrm>
        </p:spPr>
        <p:txBody>
          <a:bodyPr rtlCol="0">
            <a:normAutofit/>
          </a:bodyPr>
          <a:lstStyle/>
          <a:p>
            <a:pPr marL="342900" indent="-342900" rtl="0">
              <a:buFont typeface="Arial" panose="020B0604020202020204" pitchFamily="34" charset="0"/>
              <a:buChar char="•"/>
            </a:pPr>
            <a:r>
              <a:rPr lang="de-DE" sz="2000" dirty="0">
                <a:solidFill>
                  <a:schemeClr val="tx1"/>
                </a:solidFill>
              </a:rPr>
              <a:t>Meilensteine</a:t>
            </a:r>
          </a:p>
          <a:p>
            <a:pPr marL="342900" indent="-342900" rtl="0">
              <a:buFont typeface="Arial" panose="020B0604020202020204" pitchFamily="34" charset="0"/>
              <a:buChar char="•"/>
            </a:pPr>
            <a:r>
              <a:rPr lang="de-DE" sz="2000" dirty="0">
                <a:solidFill>
                  <a:schemeClr val="tx1"/>
                </a:solidFill>
              </a:rPr>
              <a:t>Projektplan </a:t>
            </a:r>
          </a:p>
          <a:p>
            <a:pPr marL="342900" indent="-342900" rtl="0">
              <a:buFont typeface="Arial" panose="020B0604020202020204" pitchFamily="34" charset="0"/>
              <a:buChar char="•"/>
            </a:pPr>
            <a:r>
              <a:rPr lang="de-DE" sz="2000" dirty="0">
                <a:solidFill>
                  <a:schemeClr val="tx1"/>
                </a:solidFill>
              </a:rPr>
              <a:t>Iterationen</a:t>
            </a:r>
          </a:p>
          <a:p>
            <a:pPr marL="342900" indent="-342900" rtl="0">
              <a:buFont typeface="Arial" panose="020B0604020202020204" pitchFamily="34" charset="0"/>
              <a:buChar char="•"/>
            </a:pPr>
            <a:r>
              <a:rPr lang="de-DE" sz="2000" dirty="0">
                <a:solidFill>
                  <a:schemeClr val="tx1"/>
                </a:solidFill>
              </a:rPr>
              <a:t>Risikomanagement</a:t>
            </a:r>
          </a:p>
          <a:p>
            <a:pPr marL="342900" indent="-342900" rtl="0">
              <a:buFont typeface="Arial" panose="020B0604020202020204" pitchFamily="34" charset="0"/>
              <a:buChar char="•"/>
            </a:pPr>
            <a:r>
              <a:rPr lang="de-DE" sz="2000" dirty="0">
                <a:solidFill>
                  <a:schemeClr val="tx1"/>
                </a:solidFill>
              </a:rPr>
              <a:t>Arbeitsverteilung</a:t>
            </a:r>
          </a:p>
        </p:txBody>
      </p:sp>
    </p:spTree>
    <p:extLst>
      <p:ext uri="{BB962C8B-B14F-4D97-AF65-F5344CB8AC3E}">
        <p14:creationId xmlns:p14="http://schemas.microsoft.com/office/powerpoint/2010/main" val="21775445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el 19">
            <a:extLst>
              <a:ext uri="{FF2B5EF4-FFF2-40B4-BE49-F238E27FC236}">
                <a16:creationId xmlns:a16="http://schemas.microsoft.com/office/drawing/2014/main" id="{3B0FAD77-BC9B-4F5F-94D5-AA246F14F9D9}"/>
              </a:ext>
            </a:extLst>
          </p:cNvPr>
          <p:cNvSpPr>
            <a:spLocks noGrp="1"/>
          </p:cNvSpPr>
          <p:nvPr>
            <p:ph type="title"/>
          </p:nvPr>
        </p:nvSpPr>
        <p:spPr/>
        <p:txBody>
          <a:bodyPr rtlCol="0"/>
          <a:lstStyle/>
          <a:p>
            <a:pPr rtl="0"/>
            <a:r>
              <a:rPr lang="de-DE" dirty="0"/>
              <a:t>Meilensteine</a:t>
            </a:r>
          </a:p>
        </p:txBody>
      </p:sp>
      <p:sp>
        <p:nvSpPr>
          <p:cNvPr id="13" name="Datumsplatzhalter 12">
            <a:extLst>
              <a:ext uri="{FF2B5EF4-FFF2-40B4-BE49-F238E27FC236}">
                <a16:creationId xmlns:a16="http://schemas.microsoft.com/office/drawing/2014/main" id="{4247F24F-FEDE-4BA9-AF7F-3B64E28D080E}"/>
              </a:ext>
            </a:extLst>
          </p:cNvPr>
          <p:cNvSpPr>
            <a:spLocks noGrp="1"/>
          </p:cNvSpPr>
          <p:nvPr>
            <p:ph type="dt" sz="half" idx="32"/>
          </p:nvPr>
        </p:nvSpPr>
        <p:spPr/>
        <p:txBody>
          <a:bodyPr rtlCol="0"/>
          <a:lstStyle/>
          <a:p>
            <a:pPr rtl="0"/>
            <a:r>
              <a:rPr lang="de-DE"/>
              <a:t>04.09.20XX</a:t>
            </a:r>
          </a:p>
        </p:txBody>
      </p:sp>
      <p:sp>
        <p:nvSpPr>
          <p:cNvPr id="14" name="Fußzeilenplatzhalter 13">
            <a:extLst>
              <a:ext uri="{FF2B5EF4-FFF2-40B4-BE49-F238E27FC236}">
                <a16:creationId xmlns:a16="http://schemas.microsoft.com/office/drawing/2014/main" id="{08C90A15-9E96-4CA9-83EA-49AB7F1981AE}"/>
              </a:ext>
            </a:extLst>
          </p:cNvPr>
          <p:cNvSpPr>
            <a:spLocks noGrp="1"/>
          </p:cNvSpPr>
          <p:nvPr>
            <p:ph type="ftr" sz="quarter" idx="33"/>
          </p:nvPr>
        </p:nvSpPr>
        <p:spPr/>
        <p:txBody>
          <a:bodyPr rtlCol="0"/>
          <a:lstStyle/>
          <a:p>
            <a:pPr rtl="0"/>
            <a:r>
              <a:rPr lang="de-DE"/>
              <a:t>Präsentationstitel</a:t>
            </a:r>
          </a:p>
        </p:txBody>
      </p:sp>
      <p:sp>
        <p:nvSpPr>
          <p:cNvPr id="15" name="Foliennummernplatzhalter 14">
            <a:extLst>
              <a:ext uri="{FF2B5EF4-FFF2-40B4-BE49-F238E27FC236}">
                <a16:creationId xmlns:a16="http://schemas.microsoft.com/office/drawing/2014/main" id="{BFF618EE-5A1C-450F-9B69-114AD2057982}"/>
              </a:ext>
            </a:extLst>
          </p:cNvPr>
          <p:cNvSpPr>
            <a:spLocks noGrp="1"/>
          </p:cNvSpPr>
          <p:nvPr>
            <p:ph type="sldNum" sz="quarter" idx="34"/>
          </p:nvPr>
        </p:nvSpPr>
        <p:spPr/>
        <p:txBody>
          <a:bodyPr rtlCol="0"/>
          <a:lstStyle/>
          <a:p>
            <a:pPr rtl="0"/>
            <a:fld id="{A65A5C87-DF58-40C8-B092-1DE63DB4547E}" type="slidenum">
              <a:rPr lang="de-DE" smtClean="0"/>
              <a:pPr rtl="0"/>
              <a:t>5</a:t>
            </a:fld>
            <a:endParaRPr lang="de-DE"/>
          </a:p>
        </p:txBody>
      </p:sp>
    </p:spTree>
    <p:extLst>
      <p:ext uri="{BB962C8B-B14F-4D97-AF65-F5344CB8AC3E}">
        <p14:creationId xmlns:p14="http://schemas.microsoft.com/office/powerpoint/2010/main" val="33521308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86F43-3484-B950-F187-FC7CB84D2763}"/>
            </a:ext>
          </a:extLst>
        </p:cNvPr>
        <p:cNvGrpSpPr/>
        <p:nvPr/>
      </p:nvGrpSpPr>
      <p:grpSpPr>
        <a:xfrm>
          <a:off x="0" y="0"/>
          <a:ext cx="0" cy="0"/>
          <a:chOff x="0" y="0"/>
          <a:chExt cx="0" cy="0"/>
        </a:xfrm>
      </p:grpSpPr>
      <p:sp>
        <p:nvSpPr>
          <p:cNvPr id="20" name="Titel 19">
            <a:extLst>
              <a:ext uri="{FF2B5EF4-FFF2-40B4-BE49-F238E27FC236}">
                <a16:creationId xmlns:a16="http://schemas.microsoft.com/office/drawing/2014/main" id="{A0B89307-3EEE-4BFB-232C-703F7D5EBA49}"/>
              </a:ext>
            </a:extLst>
          </p:cNvPr>
          <p:cNvSpPr>
            <a:spLocks noGrp="1"/>
          </p:cNvSpPr>
          <p:nvPr>
            <p:ph type="title"/>
          </p:nvPr>
        </p:nvSpPr>
        <p:spPr/>
        <p:txBody>
          <a:bodyPr rtlCol="0"/>
          <a:lstStyle/>
          <a:p>
            <a:pPr rtl="0"/>
            <a:r>
              <a:rPr lang="de-DE" dirty="0"/>
              <a:t>Projektplan</a:t>
            </a:r>
          </a:p>
        </p:txBody>
      </p:sp>
      <p:sp>
        <p:nvSpPr>
          <p:cNvPr id="13" name="Datumsplatzhalter 12">
            <a:extLst>
              <a:ext uri="{FF2B5EF4-FFF2-40B4-BE49-F238E27FC236}">
                <a16:creationId xmlns:a16="http://schemas.microsoft.com/office/drawing/2014/main" id="{7F808F3A-337D-53F8-B6F6-CBB29D7EAFED}"/>
              </a:ext>
            </a:extLst>
          </p:cNvPr>
          <p:cNvSpPr>
            <a:spLocks noGrp="1"/>
          </p:cNvSpPr>
          <p:nvPr>
            <p:ph type="dt" sz="half" idx="32"/>
          </p:nvPr>
        </p:nvSpPr>
        <p:spPr/>
        <p:txBody>
          <a:bodyPr rtlCol="0"/>
          <a:lstStyle/>
          <a:p>
            <a:pPr rtl="0"/>
            <a:r>
              <a:rPr lang="de-DE"/>
              <a:t>04.09.20XX</a:t>
            </a:r>
          </a:p>
        </p:txBody>
      </p:sp>
      <p:sp>
        <p:nvSpPr>
          <p:cNvPr id="14" name="Fußzeilenplatzhalter 13">
            <a:extLst>
              <a:ext uri="{FF2B5EF4-FFF2-40B4-BE49-F238E27FC236}">
                <a16:creationId xmlns:a16="http://schemas.microsoft.com/office/drawing/2014/main" id="{F12770B9-B245-B8BE-8957-C7EE87BD7991}"/>
              </a:ext>
            </a:extLst>
          </p:cNvPr>
          <p:cNvSpPr>
            <a:spLocks noGrp="1"/>
          </p:cNvSpPr>
          <p:nvPr>
            <p:ph type="ftr" sz="quarter" idx="33"/>
          </p:nvPr>
        </p:nvSpPr>
        <p:spPr/>
        <p:txBody>
          <a:bodyPr rtlCol="0"/>
          <a:lstStyle/>
          <a:p>
            <a:pPr rtl="0"/>
            <a:r>
              <a:rPr lang="de-DE"/>
              <a:t>Präsentationstitel</a:t>
            </a:r>
          </a:p>
        </p:txBody>
      </p:sp>
      <p:sp>
        <p:nvSpPr>
          <p:cNvPr id="15" name="Foliennummernplatzhalter 14">
            <a:extLst>
              <a:ext uri="{FF2B5EF4-FFF2-40B4-BE49-F238E27FC236}">
                <a16:creationId xmlns:a16="http://schemas.microsoft.com/office/drawing/2014/main" id="{0BAA44EE-C90B-BD90-A7DC-C74FC59F594C}"/>
              </a:ext>
            </a:extLst>
          </p:cNvPr>
          <p:cNvSpPr>
            <a:spLocks noGrp="1"/>
          </p:cNvSpPr>
          <p:nvPr>
            <p:ph type="sldNum" sz="quarter" idx="34"/>
          </p:nvPr>
        </p:nvSpPr>
        <p:spPr/>
        <p:txBody>
          <a:bodyPr rtlCol="0"/>
          <a:lstStyle/>
          <a:p>
            <a:pPr rtl="0"/>
            <a:fld id="{A65A5C87-DF58-40C8-B092-1DE63DB4547E}" type="slidenum">
              <a:rPr lang="de-DE" smtClean="0"/>
              <a:pPr rtl="0"/>
              <a:t>6</a:t>
            </a:fld>
            <a:endParaRPr lang="de-DE"/>
          </a:p>
        </p:txBody>
      </p:sp>
    </p:spTree>
    <p:extLst>
      <p:ext uri="{BB962C8B-B14F-4D97-AF65-F5344CB8AC3E}">
        <p14:creationId xmlns:p14="http://schemas.microsoft.com/office/powerpoint/2010/main" val="39621007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535AD-42E7-19AE-E5C1-E87E3C4AB505}"/>
            </a:ext>
          </a:extLst>
        </p:cNvPr>
        <p:cNvGrpSpPr/>
        <p:nvPr/>
      </p:nvGrpSpPr>
      <p:grpSpPr>
        <a:xfrm>
          <a:off x="0" y="0"/>
          <a:ext cx="0" cy="0"/>
          <a:chOff x="0" y="0"/>
          <a:chExt cx="0" cy="0"/>
        </a:xfrm>
      </p:grpSpPr>
      <p:sp>
        <p:nvSpPr>
          <p:cNvPr id="20" name="Titel 19">
            <a:extLst>
              <a:ext uri="{FF2B5EF4-FFF2-40B4-BE49-F238E27FC236}">
                <a16:creationId xmlns:a16="http://schemas.microsoft.com/office/drawing/2014/main" id="{97178D54-E31B-CA91-CD0F-82A24BB7DE13}"/>
              </a:ext>
            </a:extLst>
          </p:cNvPr>
          <p:cNvSpPr>
            <a:spLocks noGrp="1"/>
          </p:cNvSpPr>
          <p:nvPr>
            <p:ph type="title"/>
          </p:nvPr>
        </p:nvSpPr>
        <p:spPr/>
        <p:txBody>
          <a:bodyPr rtlCol="0"/>
          <a:lstStyle/>
          <a:p>
            <a:pPr rtl="0"/>
            <a:r>
              <a:rPr lang="de-DE" dirty="0"/>
              <a:t>Iterationen (</a:t>
            </a:r>
            <a:r>
              <a:rPr lang="de-DE" dirty="0" err="1"/>
              <a:t>evt</a:t>
            </a:r>
            <a:r>
              <a:rPr lang="de-DE" dirty="0"/>
              <a:t> direkt zu Projektplan)</a:t>
            </a:r>
          </a:p>
        </p:txBody>
      </p:sp>
      <p:sp>
        <p:nvSpPr>
          <p:cNvPr id="13" name="Datumsplatzhalter 12">
            <a:extLst>
              <a:ext uri="{FF2B5EF4-FFF2-40B4-BE49-F238E27FC236}">
                <a16:creationId xmlns:a16="http://schemas.microsoft.com/office/drawing/2014/main" id="{C941E9D4-675C-79A2-2EC2-6777FAE4EB9C}"/>
              </a:ext>
            </a:extLst>
          </p:cNvPr>
          <p:cNvSpPr>
            <a:spLocks noGrp="1"/>
          </p:cNvSpPr>
          <p:nvPr>
            <p:ph type="dt" sz="half" idx="32"/>
          </p:nvPr>
        </p:nvSpPr>
        <p:spPr/>
        <p:txBody>
          <a:bodyPr rtlCol="0"/>
          <a:lstStyle/>
          <a:p>
            <a:pPr rtl="0"/>
            <a:r>
              <a:rPr lang="de-DE"/>
              <a:t>04.09.20XX</a:t>
            </a:r>
          </a:p>
        </p:txBody>
      </p:sp>
      <p:sp>
        <p:nvSpPr>
          <p:cNvPr id="14" name="Fußzeilenplatzhalter 13">
            <a:extLst>
              <a:ext uri="{FF2B5EF4-FFF2-40B4-BE49-F238E27FC236}">
                <a16:creationId xmlns:a16="http://schemas.microsoft.com/office/drawing/2014/main" id="{C7268202-91CF-123C-3459-51E5AFEB289F}"/>
              </a:ext>
            </a:extLst>
          </p:cNvPr>
          <p:cNvSpPr>
            <a:spLocks noGrp="1"/>
          </p:cNvSpPr>
          <p:nvPr>
            <p:ph type="ftr" sz="quarter" idx="33"/>
          </p:nvPr>
        </p:nvSpPr>
        <p:spPr/>
        <p:txBody>
          <a:bodyPr rtlCol="0"/>
          <a:lstStyle/>
          <a:p>
            <a:pPr rtl="0"/>
            <a:r>
              <a:rPr lang="de-DE"/>
              <a:t>Präsentationstitel</a:t>
            </a:r>
          </a:p>
        </p:txBody>
      </p:sp>
      <p:sp>
        <p:nvSpPr>
          <p:cNvPr id="15" name="Foliennummernplatzhalter 14">
            <a:extLst>
              <a:ext uri="{FF2B5EF4-FFF2-40B4-BE49-F238E27FC236}">
                <a16:creationId xmlns:a16="http://schemas.microsoft.com/office/drawing/2014/main" id="{C2C2EC0B-574A-6C18-FBEE-0198B144B3C2}"/>
              </a:ext>
            </a:extLst>
          </p:cNvPr>
          <p:cNvSpPr>
            <a:spLocks noGrp="1"/>
          </p:cNvSpPr>
          <p:nvPr>
            <p:ph type="sldNum" sz="quarter" idx="34"/>
          </p:nvPr>
        </p:nvSpPr>
        <p:spPr/>
        <p:txBody>
          <a:bodyPr rtlCol="0"/>
          <a:lstStyle/>
          <a:p>
            <a:pPr rtl="0"/>
            <a:fld id="{A65A5C87-DF58-40C8-B092-1DE63DB4547E}" type="slidenum">
              <a:rPr lang="de-DE" smtClean="0"/>
              <a:pPr rtl="0"/>
              <a:t>7</a:t>
            </a:fld>
            <a:endParaRPr lang="de-DE"/>
          </a:p>
        </p:txBody>
      </p:sp>
    </p:spTree>
    <p:extLst>
      <p:ext uri="{BB962C8B-B14F-4D97-AF65-F5344CB8AC3E}">
        <p14:creationId xmlns:p14="http://schemas.microsoft.com/office/powerpoint/2010/main" val="2258084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63708-30BD-9A68-B084-13B6FB27BF1A}"/>
            </a:ext>
          </a:extLst>
        </p:cNvPr>
        <p:cNvGrpSpPr/>
        <p:nvPr/>
      </p:nvGrpSpPr>
      <p:grpSpPr>
        <a:xfrm>
          <a:off x="0" y="0"/>
          <a:ext cx="0" cy="0"/>
          <a:chOff x="0" y="0"/>
          <a:chExt cx="0" cy="0"/>
        </a:xfrm>
      </p:grpSpPr>
      <p:sp>
        <p:nvSpPr>
          <p:cNvPr id="20" name="Titel 19">
            <a:extLst>
              <a:ext uri="{FF2B5EF4-FFF2-40B4-BE49-F238E27FC236}">
                <a16:creationId xmlns:a16="http://schemas.microsoft.com/office/drawing/2014/main" id="{F29E9855-3928-6675-F0AF-7A1F79032205}"/>
              </a:ext>
            </a:extLst>
          </p:cNvPr>
          <p:cNvSpPr>
            <a:spLocks noGrp="1"/>
          </p:cNvSpPr>
          <p:nvPr>
            <p:ph type="title"/>
          </p:nvPr>
        </p:nvSpPr>
        <p:spPr/>
        <p:txBody>
          <a:bodyPr rtlCol="0"/>
          <a:lstStyle/>
          <a:p>
            <a:pPr rtl="0"/>
            <a:r>
              <a:rPr lang="de-DE" dirty="0"/>
              <a:t>Risikomanagement</a:t>
            </a:r>
          </a:p>
        </p:txBody>
      </p:sp>
      <p:sp>
        <p:nvSpPr>
          <p:cNvPr id="13" name="Datumsplatzhalter 12">
            <a:extLst>
              <a:ext uri="{FF2B5EF4-FFF2-40B4-BE49-F238E27FC236}">
                <a16:creationId xmlns:a16="http://schemas.microsoft.com/office/drawing/2014/main" id="{CD60F182-0786-20A8-EC37-EF5F7DF51C80}"/>
              </a:ext>
            </a:extLst>
          </p:cNvPr>
          <p:cNvSpPr>
            <a:spLocks noGrp="1"/>
          </p:cNvSpPr>
          <p:nvPr>
            <p:ph type="dt" sz="half" idx="32"/>
          </p:nvPr>
        </p:nvSpPr>
        <p:spPr/>
        <p:txBody>
          <a:bodyPr rtlCol="0"/>
          <a:lstStyle/>
          <a:p>
            <a:pPr rtl="0"/>
            <a:r>
              <a:rPr lang="de-DE"/>
              <a:t>04.09.20XX</a:t>
            </a:r>
          </a:p>
        </p:txBody>
      </p:sp>
      <p:sp>
        <p:nvSpPr>
          <p:cNvPr id="14" name="Fußzeilenplatzhalter 13">
            <a:extLst>
              <a:ext uri="{FF2B5EF4-FFF2-40B4-BE49-F238E27FC236}">
                <a16:creationId xmlns:a16="http://schemas.microsoft.com/office/drawing/2014/main" id="{821BBD9E-3FA6-7056-874A-1A551061282D}"/>
              </a:ext>
            </a:extLst>
          </p:cNvPr>
          <p:cNvSpPr>
            <a:spLocks noGrp="1"/>
          </p:cNvSpPr>
          <p:nvPr>
            <p:ph type="ftr" sz="quarter" idx="33"/>
          </p:nvPr>
        </p:nvSpPr>
        <p:spPr/>
        <p:txBody>
          <a:bodyPr rtlCol="0"/>
          <a:lstStyle/>
          <a:p>
            <a:pPr rtl="0"/>
            <a:r>
              <a:rPr lang="de-DE"/>
              <a:t>Präsentationstitel</a:t>
            </a:r>
          </a:p>
        </p:txBody>
      </p:sp>
      <p:sp>
        <p:nvSpPr>
          <p:cNvPr id="15" name="Foliennummernplatzhalter 14">
            <a:extLst>
              <a:ext uri="{FF2B5EF4-FFF2-40B4-BE49-F238E27FC236}">
                <a16:creationId xmlns:a16="http://schemas.microsoft.com/office/drawing/2014/main" id="{C296BB2B-A65B-10AD-5DB6-C76D85228A17}"/>
              </a:ext>
            </a:extLst>
          </p:cNvPr>
          <p:cNvSpPr>
            <a:spLocks noGrp="1"/>
          </p:cNvSpPr>
          <p:nvPr>
            <p:ph type="sldNum" sz="quarter" idx="34"/>
          </p:nvPr>
        </p:nvSpPr>
        <p:spPr/>
        <p:txBody>
          <a:bodyPr rtlCol="0"/>
          <a:lstStyle/>
          <a:p>
            <a:pPr rtl="0"/>
            <a:fld id="{A65A5C87-DF58-40C8-B092-1DE63DB4547E}" type="slidenum">
              <a:rPr lang="de-DE" smtClean="0"/>
              <a:pPr rtl="0"/>
              <a:t>8</a:t>
            </a:fld>
            <a:endParaRPr lang="de-DE"/>
          </a:p>
        </p:txBody>
      </p:sp>
    </p:spTree>
    <p:extLst>
      <p:ext uri="{BB962C8B-B14F-4D97-AF65-F5344CB8AC3E}">
        <p14:creationId xmlns:p14="http://schemas.microsoft.com/office/powerpoint/2010/main" val="9107650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76858-8DCB-5FF5-18E3-63C596CD163E}"/>
            </a:ext>
          </a:extLst>
        </p:cNvPr>
        <p:cNvGrpSpPr/>
        <p:nvPr/>
      </p:nvGrpSpPr>
      <p:grpSpPr>
        <a:xfrm>
          <a:off x="0" y="0"/>
          <a:ext cx="0" cy="0"/>
          <a:chOff x="0" y="0"/>
          <a:chExt cx="0" cy="0"/>
        </a:xfrm>
      </p:grpSpPr>
      <p:sp>
        <p:nvSpPr>
          <p:cNvPr id="20" name="Titel 19">
            <a:extLst>
              <a:ext uri="{FF2B5EF4-FFF2-40B4-BE49-F238E27FC236}">
                <a16:creationId xmlns:a16="http://schemas.microsoft.com/office/drawing/2014/main" id="{2D36901E-6E6D-C2FF-BC80-337A7FF5D4FF}"/>
              </a:ext>
            </a:extLst>
          </p:cNvPr>
          <p:cNvSpPr>
            <a:spLocks noGrp="1"/>
          </p:cNvSpPr>
          <p:nvPr>
            <p:ph type="title"/>
          </p:nvPr>
        </p:nvSpPr>
        <p:spPr/>
        <p:txBody>
          <a:bodyPr rtlCol="0"/>
          <a:lstStyle/>
          <a:p>
            <a:pPr rtl="0"/>
            <a:r>
              <a:rPr lang="de-DE" dirty="0"/>
              <a:t>Arbeitsverteilung</a:t>
            </a:r>
          </a:p>
        </p:txBody>
      </p:sp>
      <p:sp>
        <p:nvSpPr>
          <p:cNvPr id="13" name="Datumsplatzhalter 12">
            <a:extLst>
              <a:ext uri="{FF2B5EF4-FFF2-40B4-BE49-F238E27FC236}">
                <a16:creationId xmlns:a16="http://schemas.microsoft.com/office/drawing/2014/main" id="{0655C354-0AAA-280F-64D4-CC73F6AB8001}"/>
              </a:ext>
            </a:extLst>
          </p:cNvPr>
          <p:cNvSpPr>
            <a:spLocks noGrp="1"/>
          </p:cNvSpPr>
          <p:nvPr>
            <p:ph type="dt" sz="half" idx="32"/>
          </p:nvPr>
        </p:nvSpPr>
        <p:spPr/>
        <p:txBody>
          <a:bodyPr rtlCol="0"/>
          <a:lstStyle/>
          <a:p>
            <a:pPr rtl="0"/>
            <a:r>
              <a:rPr lang="de-DE"/>
              <a:t>04.09.20XX</a:t>
            </a:r>
          </a:p>
        </p:txBody>
      </p:sp>
      <p:sp>
        <p:nvSpPr>
          <p:cNvPr id="14" name="Fußzeilenplatzhalter 13">
            <a:extLst>
              <a:ext uri="{FF2B5EF4-FFF2-40B4-BE49-F238E27FC236}">
                <a16:creationId xmlns:a16="http://schemas.microsoft.com/office/drawing/2014/main" id="{20077D08-684C-92CA-CA56-2A51C948ADEC}"/>
              </a:ext>
            </a:extLst>
          </p:cNvPr>
          <p:cNvSpPr>
            <a:spLocks noGrp="1"/>
          </p:cNvSpPr>
          <p:nvPr>
            <p:ph type="ftr" sz="quarter" idx="33"/>
          </p:nvPr>
        </p:nvSpPr>
        <p:spPr/>
        <p:txBody>
          <a:bodyPr rtlCol="0"/>
          <a:lstStyle/>
          <a:p>
            <a:pPr rtl="0"/>
            <a:r>
              <a:rPr lang="de-DE"/>
              <a:t>Präsentationstitel</a:t>
            </a:r>
          </a:p>
        </p:txBody>
      </p:sp>
      <p:sp>
        <p:nvSpPr>
          <p:cNvPr id="15" name="Foliennummernplatzhalter 14">
            <a:extLst>
              <a:ext uri="{FF2B5EF4-FFF2-40B4-BE49-F238E27FC236}">
                <a16:creationId xmlns:a16="http://schemas.microsoft.com/office/drawing/2014/main" id="{40D97BE1-07A3-1729-20AF-7D80FEA30A62}"/>
              </a:ext>
            </a:extLst>
          </p:cNvPr>
          <p:cNvSpPr>
            <a:spLocks noGrp="1"/>
          </p:cNvSpPr>
          <p:nvPr>
            <p:ph type="sldNum" sz="quarter" idx="34"/>
          </p:nvPr>
        </p:nvSpPr>
        <p:spPr/>
        <p:txBody>
          <a:bodyPr rtlCol="0"/>
          <a:lstStyle/>
          <a:p>
            <a:pPr rtl="0"/>
            <a:fld id="{A65A5C87-DF58-40C8-B092-1DE63DB4547E}" type="slidenum">
              <a:rPr lang="de-DE" smtClean="0"/>
              <a:pPr rtl="0"/>
              <a:t>9</a:t>
            </a:fld>
            <a:endParaRPr lang="de-DE"/>
          </a:p>
        </p:txBody>
      </p:sp>
    </p:spTree>
    <p:extLst>
      <p:ext uri="{BB962C8B-B14F-4D97-AF65-F5344CB8AC3E}">
        <p14:creationId xmlns:p14="http://schemas.microsoft.com/office/powerpoint/2010/main" val="26048815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46523-04E8-474D-D1C5-7E760316132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D7EFA0B-2E00-40B5-F435-E09E9A753A84}"/>
              </a:ext>
            </a:extLst>
          </p:cNvPr>
          <p:cNvSpPr>
            <a:spLocks noGrp="1"/>
          </p:cNvSpPr>
          <p:nvPr>
            <p:ph type="title"/>
          </p:nvPr>
        </p:nvSpPr>
        <p:spPr/>
        <p:txBody>
          <a:bodyPr rtlCol="0"/>
          <a:lstStyle/>
          <a:p>
            <a:pPr rtl="0"/>
            <a:r>
              <a:rPr lang="de-DE" dirty="0"/>
              <a:t>Technische Umsetzung</a:t>
            </a:r>
          </a:p>
        </p:txBody>
      </p:sp>
      <p:sp>
        <p:nvSpPr>
          <p:cNvPr id="3" name="Textplatzhalter 2">
            <a:extLst>
              <a:ext uri="{FF2B5EF4-FFF2-40B4-BE49-F238E27FC236}">
                <a16:creationId xmlns:a16="http://schemas.microsoft.com/office/drawing/2014/main" id="{BA48C99E-8D53-C164-7814-7AA2DC04940B}"/>
              </a:ext>
            </a:extLst>
          </p:cNvPr>
          <p:cNvSpPr>
            <a:spLocks noGrp="1"/>
          </p:cNvSpPr>
          <p:nvPr>
            <p:ph type="body" idx="1"/>
          </p:nvPr>
        </p:nvSpPr>
        <p:spPr>
          <a:xfrm>
            <a:off x="8507073" y="1938528"/>
            <a:ext cx="2794911" cy="2990088"/>
          </a:xfrm>
        </p:spPr>
        <p:txBody>
          <a:bodyPr rtlCol="0">
            <a:normAutofit/>
          </a:bodyPr>
          <a:lstStyle/>
          <a:p>
            <a:pPr marL="342900" indent="-342900" rtl="0">
              <a:buFont typeface="Arial" panose="020B0604020202020204" pitchFamily="34" charset="0"/>
              <a:buChar char="•"/>
            </a:pPr>
            <a:r>
              <a:rPr lang="de-DE" sz="2000" dirty="0">
                <a:solidFill>
                  <a:schemeClr val="tx1"/>
                </a:solidFill>
              </a:rPr>
              <a:t>Geplante Softwarearchitektur</a:t>
            </a:r>
          </a:p>
        </p:txBody>
      </p:sp>
    </p:spTree>
    <p:extLst>
      <p:ext uri="{BB962C8B-B14F-4D97-AF65-F5344CB8AC3E}">
        <p14:creationId xmlns:p14="http://schemas.microsoft.com/office/powerpoint/2010/main" val="24893014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95DD1C-EE11-3175-1E0A-E4761E21D01D}"/>
            </a:ext>
          </a:extLst>
        </p:cNvPr>
        <p:cNvGrpSpPr/>
        <p:nvPr/>
      </p:nvGrpSpPr>
      <p:grpSpPr>
        <a:xfrm>
          <a:off x="0" y="0"/>
          <a:ext cx="0" cy="0"/>
          <a:chOff x="0" y="0"/>
          <a:chExt cx="0" cy="0"/>
        </a:xfrm>
      </p:grpSpPr>
      <p:sp>
        <p:nvSpPr>
          <p:cNvPr id="20" name="Titel 19">
            <a:extLst>
              <a:ext uri="{FF2B5EF4-FFF2-40B4-BE49-F238E27FC236}">
                <a16:creationId xmlns:a16="http://schemas.microsoft.com/office/drawing/2014/main" id="{70C6E9EE-0093-B759-9EF8-1AAA90DAEBD8}"/>
              </a:ext>
            </a:extLst>
          </p:cNvPr>
          <p:cNvSpPr>
            <a:spLocks noGrp="1"/>
          </p:cNvSpPr>
          <p:nvPr>
            <p:ph type="title"/>
          </p:nvPr>
        </p:nvSpPr>
        <p:spPr/>
        <p:txBody>
          <a:bodyPr rtlCol="0"/>
          <a:lstStyle/>
          <a:p>
            <a:pPr rtl="0"/>
            <a:r>
              <a:rPr lang="de-DE" dirty="0"/>
              <a:t>Software Architektur</a:t>
            </a:r>
          </a:p>
        </p:txBody>
      </p:sp>
      <p:sp>
        <p:nvSpPr>
          <p:cNvPr id="13" name="Datumsplatzhalter 12">
            <a:extLst>
              <a:ext uri="{FF2B5EF4-FFF2-40B4-BE49-F238E27FC236}">
                <a16:creationId xmlns:a16="http://schemas.microsoft.com/office/drawing/2014/main" id="{CA33EAE2-5D12-AC99-B547-1DFB03EF789A}"/>
              </a:ext>
            </a:extLst>
          </p:cNvPr>
          <p:cNvSpPr>
            <a:spLocks noGrp="1"/>
          </p:cNvSpPr>
          <p:nvPr>
            <p:ph type="dt" sz="half" idx="32"/>
          </p:nvPr>
        </p:nvSpPr>
        <p:spPr/>
        <p:txBody>
          <a:bodyPr rtlCol="0"/>
          <a:lstStyle/>
          <a:p>
            <a:pPr rtl="0"/>
            <a:r>
              <a:rPr lang="de-DE"/>
              <a:t>04.09.20XX</a:t>
            </a:r>
          </a:p>
        </p:txBody>
      </p:sp>
      <p:sp>
        <p:nvSpPr>
          <p:cNvPr id="14" name="Fußzeilenplatzhalter 13">
            <a:extLst>
              <a:ext uri="{FF2B5EF4-FFF2-40B4-BE49-F238E27FC236}">
                <a16:creationId xmlns:a16="http://schemas.microsoft.com/office/drawing/2014/main" id="{371B5FF9-AE97-B526-D9B6-D3EBD87A9921}"/>
              </a:ext>
            </a:extLst>
          </p:cNvPr>
          <p:cNvSpPr>
            <a:spLocks noGrp="1"/>
          </p:cNvSpPr>
          <p:nvPr>
            <p:ph type="ftr" sz="quarter" idx="33"/>
          </p:nvPr>
        </p:nvSpPr>
        <p:spPr/>
        <p:txBody>
          <a:bodyPr rtlCol="0"/>
          <a:lstStyle/>
          <a:p>
            <a:pPr rtl="0"/>
            <a:r>
              <a:rPr lang="de-DE"/>
              <a:t>Präsentationstitel</a:t>
            </a:r>
          </a:p>
        </p:txBody>
      </p:sp>
      <p:sp>
        <p:nvSpPr>
          <p:cNvPr id="15" name="Foliennummernplatzhalter 14">
            <a:extLst>
              <a:ext uri="{FF2B5EF4-FFF2-40B4-BE49-F238E27FC236}">
                <a16:creationId xmlns:a16="http://schemas.microsoft.com/office/drawing/2014/main" id="{A824743C-4215-6A55-FA38-1213DFDD3707}"/>
              </a:ext>
            </a:extLst>
          </p:cNvPr>
          <p:cNvSpPr>
            <a:spLocks noGrp="1"/>
          </p:cNvSpPr>
          <p:nvPr>
            <p:ph type="sldNum" sz="quarter" idx="34"/>
          </p:nvPr>
        </p:nvSpPr>
        <p:spPr/>
        <p:txBody>
          <a:bodyPr rtlCol="0"/>
          <a:lstStyle/>
          <a:p>
            <a:pPr rtl="0"/>
            <a:fld id="{A65A5C87-DF58-40C8-B092-1DE63DB4547E}" type="slidenum">
              <a:rPr lang="de-DE" smtClean="0"/>
              <a:pPr rtl="0"/>
              <a:t>11</a:t>
            </a:fld>
            <a:endParaRPr lang="de-DE"/>
          </a:p>
        </p:txBody>
      </p:sp>
    </p:spTree>
    <p:extLst>
      <p:ext uri="{BB962C8B-B14F-4D97-AF65-F5344CB8AC3E}">
        <p14:creationId xmlns:p14="http://schemas.microsoft.com/office/powerpoint/2010/main" val="32578929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umsplatzhalter 5">
            <a:extLst>
              <a:ext uri="{FF2B5EF4-FFF2-40B4-BE49-F238E27FC236}">
                <a16:creationId xmlns:a16="http://schemas.microsoft.com/office/drawing/2014/main" id="{D6C90EA9-2998-4A9C-A666-B38258E20B60}"/>
              </a:ext>
            </a:extLst>
          </p:cNvPr>
          <p:cNvSpPr>
            <a:spLocks noGrp="1"/>
          </p:cNvSpPr>
          <p:nvPr>
            <p:ph type="dt" sz="half" idx="18"/>
          </p:nvPr>
        </p:nvSpPr>
        <p:spPr/>
        <p:txBody>
          <a:bodyPr rtlCol="0"/>
          <a:lstStyle/>
          <a:p>
            <a:pPr rtl="0"/>
            <a:r>
              <a:rPr lang="de-DE"/>
              <a:t>04.09.20XX</a:t>
            </a:r>
          </a:p>
        </p:txBody>
      </p:sp>
      <p:sp>
        <p:nvSpPr>
          <p:cNvPr id="7" name="Fußzeilenplatzhalter 6">
            <a:extLst>
              <a:ext uri="{FF2B5EF4-FFF2-40B4-BE49-F238E27FC236}">
                <a16:creationId xmlns:a16="http://schemas.microsoft.com/office/drawing/2014/main" id="{E1241EFF-1DFD-4B6D-BFDE-8E8B18833441}"/>
              </a:ext>
            </a:extLst>
          </p:cNvPr>
          <p:cNvSpPr>
            <a:spLocks noGrp="1"/>
          </p:cNvSpPr>
          <p:nvPr>
            <p:ph type="ftr" sz="quarter" idx="19"/>
          </p:nvPr>
        </p:nvSpPr>
        <p:spPr/>
        <p:txBody>
          <a:bodyPr rtlCol="0"/>
          <a:lstStyle/>
          <a:p>
            <a:pPr rtl="0"/>
            <a:r>
              <a:rPr lang="de-DE"/>
              <a:t>Präsentationstitel</a:t>
            </a:r>
          </a:p>
        </p:txBody>
      </p:sp>
      <p:sp>
        <p:nvSpPr>
          <p:cNvPr id="8" name="Foliennummernplatzhalter 7">
            <a:extLst>
              <a:ext uri="{FF2B5EF4-FFF2-40B4-BE49-F238E27FC236}">
                <a16:creationId xmlns:a16="http://schemas.microsoft.com/office/drawing/2014/main" id="{A3BB8335-F249-4F37-8C3F-A672116EB876}"/>
              </a:ext>
            </a:extLst>
          </p:cNvPr>
          <p:cNvSpPr>
            <a:spLocks noGrp="1"/>
          </p:cNvSpPr>
          <p:nvPr>
            <p:ph type="sldNum" sz="quarter" idx="20"/>
          </p:nvPr>
        </p:nvSpPr>
        <p:spPr/>
        <p:txBody>
          <a:bodyPr rtlCol="0"/>
          <a:lstStyle/>
          <a:p>
            <a:pPr rtl="0"/>
            <a:fld id="{A65A5C87-DF58-40C8-B092-1DE63DB4547E}" type="slidenum">
              <a:rPr lang="de-DE" smtClean="0"/>
              <a:t>12</a:t>
            </a:fld>
            <a:endParaRPr lang="de-DE"/>
          </a:p>
        </p:txBody>
      </p:sp>
      <p:sp>
        <p:nvSpPr>
          <p:cNvPr id="31" name="Titel 30">
            <a:extLst>
              <a:ext uri="{FF2B5EF4-FFF2-40B4-BE49-F238E27FC236}">
                <a16:creationId xmlns:a16="http://schemas.microsoft.com/office/drawing/2014/main" id="{BA0731AF-1B6B-550C-0E79-0929EA6B2637}"/>
              </a:ext>
            </a:extLst>
          </p:cNvPr>
          <p:cNvSpPr>
            <a:spLocks noGrp="1"/>
          </p:cNvSpPr>
          <p:nvPr>
            <p:ph type="title"/>
          </p:nvPr>
        </p:nvSpPr>
        <p:spPr/>
        <p:txBody>
          <a:bodyPr/>
          <a:lstStyle/>
          <a:p>
            <a:r>
              <a:rPr lang="de-DE" dirty="0"/>
              <a:t>Danke für Ihre Aufmerksamkeit</a:t>
            </a:r>
          </a:p>
        </p:txBody>
      </p:sp>
      <p:pic>
        <p:nvPicPr>
          <p:cNvPr id="41" name="Grafik 40">
            <a:extLst>
              <a:ext uri="{FF2B5EF4-FFF2-40B4-BE49-F238E27FC236}">
                <a16:creationId xmlns:a16="http://schemas.microsoft.com/office/drawing/2014/main" id="{DA913EC3-E518-083B-3920-8FE82E8F9723}"/>
              </a:ext>
            </a:extLst>
          </p:cNvPr>
          <p:cNvPicPr>
            <a:picLocks noChangeAspect="1"/>
          </p:cNvPicPr>
          <p:nvPr/>
        </p:nvPicPr>
        <p:blipFill>
          <a:blip r:embed="rId3"/>
          <a:stretch>
            <a:fillRect/>
          </a:stretch>
        </p:blipFill>
        <p:spPr>
          <a:xfrm>
            <a:off x="250368" y="466536"/>
            <a:ext cx="6400464" cy="5509531"/>
          </a:xfrm>
          <a:prstGeom prst="rect">
            <a:avLst/>
          </a:prstGeom>
        </p:spPr>
      </p:pic>
      <p:sp>
        <p:nvSpPr>
          <p:cNvPr id="42" name="Textfeld 41">
            <a:extLst>
              <a:ext uri="{FF2B5EF4-FFF2-40B4-BE49-F238E27FC236}">
                <a16:creationId xmlns:a16="http://schemas.microsoft.com/office/drawing/2014/main" id="{87CF3861-5CFC-91F9-7063-ABDA6F28F343}"/>
              </a:ext>
            </a:extLst>
          </p:cNvPr>
          <p:cNvSpPr txBox="1"/>
          <p:nvPr/>
        </p:nvSpPr>
        <p:spPr>
          <a:xfrm>
            <a:off x="7498080" y="2579239"/>
            <a:ext cx="2541401" cy="369332"/>
          </a:xfrm>
          <a:prstGeom prst="rect">
            <a:avLst/>
          </a:prstGeom>
          <a:noFill/>
        </p:spPr>
        <p:txBody>
          <a:bodyPr wrap="square" rtlCol="0">
            <a:spAutoFit/>
          </a:bodyPr>
          <a:lstStyle/>
          <a:p>
            <a:r>
              <a:rPr lang="de-DE" dirty="0" err="1"/>
              <a:t>Recap</a:t>
            </a:r>
            <a:r>
              <a:rPr lang="de-DE" dirty="0"/>
              <a:t> in Kurz</a:t>
            </a:r>
          </a:p>
        </p:txBody>
      </p:sp>
    </p:spTree>
    <p:extLst>
      <p:ext uri="{BB962C8B-B14F-4D97-AF65-F5344CB8AC3E}">
        <p14:creationId xmlns:p14="http://schemas.microsoft.com/office/powerpoint/2010/main" val="12577528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E209E4-B947-4446-AD42-C1B3A0C1F583}"/>
              </a:ext>
            </a:extLst>
          </p:cNvPr>
          <p:cNvSpPr>
            <a:spLocks noGrp="1"/>
          </p:cNvSpPr>
          <p:nvPr>
            <p:ph type="title"/>
          </p:nvPr>
        </p:nvSpPr>
        <p:spPr/>
        <p:txBody>
          <a:bodyPr rtlCol="0"/>
          <a:lstStyle/>
          <a:p>
            <a:pPr rtl="0"/>
            <a:r>
              <a:rPr lang="de-DE" dirty="0"/>
              <a:t>Diagramm</a:t>
            </a:r>
          </a:p>
        </p:txBody>
      </p:sp>
      <p:graphicFrame>
        <p:nvGraphicFramePr>
          <p:cNvPr id="9" name="Inhaltsplatzhalter 8" descr="Diagramm">
            <a:extLst>
              <a:ext uri="{FF2B5EF4-FFF2-40B4-BE49-F238E27FC236}">
                <a16:creationId xmlns:a16="http://schemas.microsoft.com/office/drawing/2014/main" id="{E5BCED8C-11AC-4A52-8DA6-2AC6CE63DD3A}"/>
              </a:ext>
            </a:extLst>
          </p:cNvPr>
          <p:cNvGraphicFramePr>
            <a:graphicFrameLocks noGrp="1"/>
          </p:cNvGraphicFramePr>
          <p:nvPr>
            <p:ph idx="1"/>
            <p:extLst>
              <p:ext uri="{D42A27DB-BD31-4B8C-83A1-F6EECF244321}">
                <p14:modId xmlns:p14="http://schemas.microsoft.com/office/powerpoint/2010/main" val="3227053567"/>
              </p:ext>
            </p:extLst>
          </p:nvPr>
        </p:nvGraphicFramePr>
        <p:xfrm>
          <a:off x="1116013" y="2478088"/>
          <a:ext cx="10167937" cy="3694112"/>
        </p:xfrm>
        <a:graphic>
          <a:graphicData uri="http://schemas.openxmlformats.org/drawingml/2006/chart">
            <c:chart xmlns:c="http://schemas.openxmlformats.org/drawingml/2006/chart" xmlns:r="http://schemas.openxmlformats.org/officeDocument/2006/relationships" r:id="rId3"/>
          </a:graphicData>
        </a:graphic>
      </p:graphicFrame>
      <p:sp>
        <p:nvSpPr>
          <p:cNvPr id="7" name="Datumsplatzhalter 3">
            <a:extLst>
              <a:ext uri="{FF2B5EF4-FFF2-40B4-BE49-F238E27FC236}">
                <a16:creationId xmlns:a16="http://schemas.microsoft.com/office/drawing/2014/main" id="{D4486A56-2CA4-425A-89F9-E8324C1268ED}"/>
              </a:ext>
            </a:extLst>
          </p:cNvPr>
          <p:cNvSpPr>
            <a:spLocks noGrp="1"/>
          </p:cNvSpPr>
          <p:nvPr>
            <p:ph type="dt" sz="half" idx="10"/>
          </p:nvPr>
        </p:nvSpPr>
        <p:spPr/>
        <p:txBody>
          <a:bodyPr rtlCol="0"/>
          <a:lstStyle/>
          <a:p>
            <a:pPr rtl="0"/>
            <a:r>
              <a:rPr lang="de-DE" dirty="0"/>
              <a:t>04.09.20XX</a:t>
            </a:r>
          </a:p>
        </p:txBody>
      </p:sp>
      <p:sp>
        <p:nvSpPr>
          <p:cNvPr id="8" name="Fußzeilenplatzhalter 4">
            <a:extLst>
              <a:ext uri="{FF2B5EF4-FFF2-40B4-BE49-F238E27FC236}">
                <a16:creationId xmlns:a16="http://schemas.microsoft.com/office/drawing/2014/main" id="{D65C8300-CD8E-4F35-9B79-C5DE7AD9DCDE}"/>
              </a:ext>
            </a:extLst>
          </p:cNvPr>
          <p:cNvSpPr>
            <a:spLocks noGrp="1"/>
          </p:cNvSpPr>
          <p:nvPr>
            <p:ph type="ftr" sz="quarter" idx="11"/>
          </p:nvPr>
        </p:nvSpPr>
        <p:spPr/>
        <p:txBody>
          <a:bodyPr rtlCol="0"/>
          <a:lstStyle/>
          <a:p>
            <a:pPr rtl="0"/>
            <a:r>
              <a:rPr lang="de-DE" dirty="0"/>
              <a:t>Präsentationstitel</a:t>
            </a:r>
          </a:p>
        </p:txBody>
      </p:sp>
      <p:sp>
        <p:nvSpPr>
          <p:cNvPr id="10" name="Foliennummernplatzhalter 5">
            <a:extLst>
              <a:ext uri="{FF2B5EF4-FFF2-40B4-BE49-F238E27FC236}">
                <a16:creationId xmlns:a16="http://schemas.microsoft.com/office/drawing/2014/main" id="{4E797B30-1740-4A68-A40B-1D255EBC2F17}"/>
              </a:ext>
            </a:extLst>
          </p:cNvPr>
          <p:cNvSpPr>
            <a:spLocks noGrp="1"/>
          </p:cNvSpPr>
          <p:nvPr>
            <p:ph type="sldNum" sz="quarter" idx="12"/>
          </p:nvPr>
        </p:nvSpPr>
        <p:spPr/>
        <p:txBody>
          <a:bodyPr rtlCol="0"/>
          <a:lstStyle/>
          <a:p>
            <a:pPr rtl="0"/>
            <a:fld id="{A65A5C87-DF58-40C8-B092-1DE63DB4547E}" type="slidenum">
              <a:rPr lang="de-DE" smtClean="0"/>
              <a:pPr rtl="0"/>
              <a:t>13</a:t>
            </a:fld>
            <a:endParaRPr lang="de-DE" dirty="0"/>
          </a:p>
        </p:txBody>
      </p:sp>
    </p:spTree>
    <p:extLst>
      <p:ext uri="{BB962C8B-B14F-4D97-AF65-F5344CB8AC3E}">
        <p14:creationId xmlns:p14="http://schemas.microsoft.com/office/powerpoint/2010/main" val="8327428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E209E4-B947-4446-AD42-C1B3A0C1F583}"/>
              </a:ext>
            </a:extLst>
          </p:cNvPr>
          <p:cNvSpPr>
            <a:spLocks noGrp="1"/>
          </p:cNvSpPr>
          <p:nvPr>
            <p:ph type="title"/>
          </p:nvPr>
        </p:nvSpPr>
        <p:spPr/>
        <p:txBody>
          <a:bodyPr rtlCol="0"/>
          <a:lstStyle/>
          <a:p>
            <a:pPr rtl="0"/>
            <a:r>
              <a:rPr lang="de-DE"/>
              <a:t>Tabelle</a:t>
            </a:r>
          </a:p>
        </p:txBody>
      </p:sp>
      <p:graphicFrame>
        <p:nvGraphicFramePr>
          <p:cNvPr id="8" name="Tabelle 9">
            <a:extLst>
              <a:ext uri="{FF2B5EF4-FFF2-40B4-BE49-F238E27FC236}">
                <a16:creationId xmlns:a16="http://schemas.microsoft.com/office/drawing/2014/main" id="{1BE60BCC-2676-47EB-A76E-FAE649D9F1CE}"/>
              </a:ext>
            </a:extLst>
          </p:cNvPr>
          <p:cNvGraphicFramePr>
            <a:graphicFrameLocks noGrp="1"/>
          </p:cNvGraphicFramePr>
          <p:nvPr>
            <p:ph idx="1"/>
            <p:extLst>
              <p:ext uri="{D42A27DB-BD31-4B8C-83A1-F6EECF244321}">
                <p14:modId xmlns:p14="http://schemas.microsoft.com/office/powerpoint/2010/main" val="512551413"/>
              </p:ext>
            </p:extLst>
          </p:nvPr>
        </p:nvGraphicFramePr>
        <p:xfrm>
          <a:off x="1116013" y="2478088"/>
          <a:ext cx="10167935" cy="2819400"/>
        </p:xfrm>
        <a:graphic>
          <a:graphicData uri="http://schemas.openxmlformats.org/drawingml/2006/table">
            <a:tbl>
              <a:tblPr firstRow="1" bandRow="1">
                <a:tableStyleId>{5C22544A-7EE6-4342-B048-85BDC9FD1C3A}</a:tableStyleId>
              </a:tblPr>
              <a:tblGrid>
                <a:gridCol w="2033587">
                  <a:extLst>
                    <a:ext uri="{9D8B030D-6E8A-4147-A177-3AD203B41FA5}">
                      <a16:colId xmlns:a16="http://schemas.microsoft.com/office/drawing/2014/main" val="3093316935"/>
                    </a:ext>
                  </a:extLst>
                </a:gridCol>
                <a:gridCol w="2033587">
                  <a:extLst>
                    <a:ext uri="{9D8B030D-6E8A-4147-A177-3AD203B41FA5}">
                      <a16:colId xmlns:a16="http://schemas.microsoft.com/office/drawing/2014/main" val="3045239117"/>
                    </a:ext>
                  </a:extLst>
                </a:gridCol>
                <a:gridCol w="2033587">
                  <a:extLst>
                    <a:ext uri="{9D8B030D-6E8A-4147-A177-3AD203B41FA5}">
                      <a16:colId xmlns:a16="http://schemas.microsoft.com/office/drawing/2014/main" val="2866263490"/>
                    </a:ext>
                  </a:extLst>
                </a:gridCol>
                <a:gridCol w="2033587">
                  <a:extLst>
                    <a:ext uri="{9D8B030D-6E8A-4147-A177-3AD203B41FA5}">
                      <a16:colId xmlns:a16="http://schemas.microsoft.com/office/drawing/2014/main" val="2960101666"/>
                    </a:ext>
                  </a:extLst>
                </a:gridCol>
                <a:gridCol w="2033587">
                  <a:extLst>
                    <a:ext uri="{9D8B030D-6E8A-4147-A177-3AD203B41FA5}">
                      <a16:colId xmlns:a16="http://schemas.microsoft.com/office/drawing/2014/main" val="1593906784"/>
                    </a:ext>
                  </a:extLst>
                </a:gridCol>
              </a:tblGrid>
              <a:tr h="563880">
                <a:tc>
                  <a:txBody>
                    <a:bodyPr/>
                    <a:lstStyle/>
                    <a:p>
                      <a:pPr rtl="0"/>
                      <a:endParaRPr lang="de-DE" noProof="0"/>
                    </a:p>
                  </a:txBody>
                  <a:tcPr anchor="ctr"/>
                </a:tc>
                <a:tc>
                  <a:txBody>
                    <a:bodyPr/>
                    <a:lstStyle/>
                    <a:p>
                      <a:pPr algn="ctr" rtl="0"/>
                      <a:r>
                        <a:rPr lang="de-DE" noProof="0"/>
                        <a:t>Kategorie 1</a:t>
                      </a:r>
                    </a:p>
                  </a:txBody>
                  <a:tcPr anchor="ctr"/>
                </a:tc>
                <a:tc>
                  <a:txBody>
                    <a:bodyPr/>
                    <a:lstStyle/>
                    <a:p>
                      <a:pPr algn="ctr" rtl="0"/>
                      <a:r>
                        <a:rPr lang="de-DE" noProof="0"/>
                        <a:t>Kategorie 2</a:t>
                      </a:r>
                    </a:p>
                  </a:txBody>
                  <a:tcPr anchor="ctr"/>
                </a:tc>
                <a:tc>
                  <a:txBody>
                    <a:bodyPr/>
                    <a:lstStyle/>
                    <a:p>
                      <a:pPr algn="ctr" rtl="0"/>
                      <a:r>
                        <a:rPr lang="de-DE" noProof="0"/>
                        <a:t>Kategorie 3</a:t>
                      </a:r>
                    </a:p>
                  </a:txBody>
                  <a:tcPr anchor="ctr"/>
                </a:tc>
                <a:tc>
                  <a:txBody>
                    <a:bodyPr/>
                    <a:lstStyle/>
                    <a:p>
                      <a:pPr algn="ctr" rtl="0"/>
                      <a:r>
                        <a:rPr lang="de-DE" noProof="0"/>
                        <a:t>Kategorie 4</a:t>
                      </a:r>
                    </a:p>
                  </a:txBody>
                  <a:tcPr anchor="ctr"/>
                </a:tc>
                <a:extLst>
                  <a:ext uri="{0D108BD9-81ED-4DB2-BD59-A6C34878D82A}">
                    <a16:rowId xmlns:a16="http://schemas.microsoft.com/office/drawing/2014/main" val="1361584937"/>
                  </a:ext>
                </a:extLst>
              </a:tr>
              <a:tr h="563880">
                <a:tc>
                  <a:txBody>
                    <a:bodyPr/>
                    <a:lstStyle/>
                    <a:p>
                      <a:pPr rtl="0"/>
                      <a:r>
                        <a:rPr lang="de-DE" noProof="0"/>
                        <a:t>Element 1 </a:t>
                      </a:r>
                    </a:p>
                  </a:txBody>
                  <a:tcPr anchor="ctr"/>
                </a:tc>
                <a:tc>
                  <a:txBody>
                    <a:bodyPr/>
                    <a:lstStyle/>
                    <a:p>
                      <a:pPr algn="ctr" rtl="0"/>
                      <a:r>
                        <a:rPr lang="de-DE" noProof="0"/>
                        <a:t>4.5</a:t>
                      </a:r>
                    </a:p>
                  </a:txBody>
                  <a:tcPr anchor="ctr"/>
                </a:tc>
                <a:tc>
                  <a:txBody>
                    <a:bodyPr/>
                    <a:lstStyle/>
                    <a:p>
                      <a:pPr algn="ctr" rtl="0"/>
                      <a:r>
                        <a:rPr lang="de-DE" noProof="0"/>
                        <a:t>2.3</a:t>
                      </a:r>
                    </a:p>
                  </a:txBody>
                  <a:tcPr anchor="ctr"/>
                </a:tc>
                <a:tc>
                  <a:txBody>
                    <a:bodyPr/>
                    <a:lstStyle/>
                    <a:p>
                      <a:pPr algn="ctr" rtl="0"/>
                      <a:r>
                        <a:rPr lang="de-DE" noProof="0"/>
                        <a:t>1.7</a:t>
                      </a:r>
                    </a:p>
                  </a:txBody>
                  <a:tcPr anchor="ctr"/>
                </a:tc>
                <a:tc>
                  <a:txBody>
                    <a:bodyPr/>
                    <a:lstStyle/>
                    <a:p>
                      <a:pPr algn="ctr" rtl="0"/>
                      <a:r>
                        <a:rPr lang="de-DE" noProof="0"/>
                        <a:t>5</a:t>
                      </a:r>
                    </a:p>
                  </a:txBody>
                  <a:tcPr anchor="ctr"/>
                </a:tc>
                <a:extLst>
                  <a:ext uri="{0D108BD9-81ED-4DB2-BD59-A6C34878D82A}">
                    <a16:rowId xmlns:a16="http://schemas.microsoft.com/office/drawing/2014/main" val="728394759"/>
                  </a:ext>
                </a:extLst>
              </a:tr>
              <a:tr h="563880">
                <a:tc>
                  <a:txBody>
                    <a:bodyPr/>
                    <a:lstStyle/>
                    <a:p>
                      <a:pPr rtl="0"/>
                      <a:r>
                        <a:rPr lang="de-DE" noProof="0"/>
                        <a:t>Element 2</a:t>
                      </a:r>
                    </a:p>
                  </a:txBody>
                  <a:tcPr anchor="ctr"/>
                </a:tc>
                <a:tc>
                  <a:txBody>
                    <a:bodyPr/>
                    <a:lstStyle/>
                    <a:p>
                      <a:pPr algn="ctr" rtl="0"/>
                      <a:r>
                        <a:rPr lang="de-DE" noProof="0"/>
                        <a:t>3.2</a:t>
                      </a:r>
                    </a:p>
                  </a:txBody>
                  <a:tcPr anchor="ctr"/>
                </a:tc>
                <a:tc>
                  <a:txBody>
                    <a:bodyPr/>
                    <a:lstStyle/>
                    <a:p>
                      <a:pPr algn="ctr" rtl="0"/>
                      <a:r>
                        <a:rPr lang="de-DE" noProof="0"/>
                        <a:t>5.1</a:t>
                      </a:r>
                    </a:p>
                  </a:txBody>
                  <a:tcPr anchor="ctr"/>
                </a:tc>
                <a:tc>
                  <a:txBody>
                    <a:bodyPr/>
                    <a:lstStyle/>
                    <a:p>
                      <a:pPr algn="ctr" rtl="0"/>
                      <a:r>
                        <a:rPr lang="de-DE" noProof="0"/>
                        <a:t>4.4</a:t>
                      </a:r>
                    </a:p>
                  </a:txBody>
                  <a:tcPr anchor="ctr"/>
                </a:tc>
                <a:tc>
                  <a:txBody>
                    <a:bodyPr/>
                    <a:lstStyle/>
                    <a:p>
                      <a:pPr algn="ctr" rtl="0"/>
                      <a:r>
                        <a:rPr lang="de-DE" noProof="0"/>
                        <a:t>3</a:t>
                      </a:r>
                    </a:p>
                  </a:txBody>
                  <a:tcPr anchor="ctr"/>
                </a:tc>
                <a:extLst>
                  <a:ext uri="{0D108BD9-81ED-4DB2-BD59-A6C34878D82A}">
                    <a16:rowId xmlns:a16="http://schemas.microsoft.com/office/drawing/2014/main" val="2624865998"/>
                  </a:ext>
                </a:extLst>
              </a:tr>
              <a:tr h="563880">
                <a:tc>
                  <a:txBody>
                    <a:bodyPr/>
                    <a:lstStyle/>
                    <a:p>
                      <a:pPr rtl="0"/>
                      <a:r>
                        <a:rPr lang="de-DE" noProof="0"/>
                        <a:t>Element 3</a:t>
                      </a:r>
                    </a:p>
                  </a:txBody>
                  <a:tcPr anchor="ctr"/>
                </a:tc>
                <a:tc>
                  <a:txBody>
                    <a:bodyPr/>
                    <a:lstStyle/>
                    <a:p>
                      <a:pPr algn="ctr" rtl="0"/>
                      <a:r>
                        <a:rPr lang="de-DE" noProof="0"/>
                        <a:t>2.1</a:t>
                      </a:r>
                    </a:p>
                  </a:txBody>
                  <a:tcPr anchor="ctr"/>
                </a:tc>
                <a:tc>
                  <a:txBody>
                    <a:bodyPr/>
                    <a:lstStyle/>
                    <a:p>
                      <a:pPr algn="ctr" rtl="0"/>
                      <a:r>
                        <a:rPr lang="de-DE" noProof="0"/>
                        <a:t>1.7</a:t>
                      </a:r>
                    </a:p>
                  </a:txBody>
                  <a:tcPr anchor="ctr"/>
                </a:tc>
                <a:tc>
                  <a:txBody>
                    <a:bodyPr/>
                    <a:lstStyle/>
                    <a:p>
                      <a:pPr algn="ctr" rtl="0"/>
                      <a:r>
                        <a:rPr lang="de-DE" noProof="0"/>
                        <a:t>2.5</a:t>
                      </a:r>
                    </a:p>
                  </a:txBody>
                  <a:tcPr anchor="ctr"/>
                </a:tc>
                <a:tc>
                  <a:txBody>
                    <a:bodyPr/>
                    <a:lstStyle/>
                    <a:p>
                      <a:pPr algn="ctr" rtl="0"/>
                      <a:r>
                        <a:rPr lang="de-DE" noProof="0"/>
                        <a:t>2.8</a:t>
                      </a:r>
                    </a:p>
                  </a:txBody>
                  <a:tcPr anchor="ctr"/>
                </a:tc>
                <a:extLst>
                  <a:ext uri="{0D108BD9-81ED-4DB2-BD59-A6C34878D82A}">
                    <a16:rowId xmlns:a16="http://schemas.microsoft.com/office/drawing/2014/main" val="678921114"/>
                  </a:ext>
                </a:extLst>
              </a:tr>
              <a:tr h="563880">
                <a:tc>
                  <a:txBody>
                    <a:bodyPr/>
                    <a:lstStyle/>
                    <a:p>
                      <a:pPr rtl="0"/>
                      <a:r>
                        <a:rPr lang="de-DE" noProof="0"/>
                        <a:t>Element 4</a:t>
                      </a:r>
                    </a:p>
                  </a:txBody>
                  <a:tcPr anchor="ctr"/>
                </a:tc>
                <a:tc>
                  <a:txBody>
                    <a:bodyPr/>
                    <a:lstStyle/>
                    <a:p>
                      <a:pPr algn="ctr" rtl="0"/>
                      <a:r>
                        <a:rPr lang="de-DE" noProof="0"/>
                        <a:t>4.5</a:t>
                      </a:r>
                    </a:p>
                  </a:txBody>
                  <a:tcPr anchor="ctr"/>
                </a:tc>
                <a:tc>
                  <a:txBody>
                    <a:bodyPr/>
                    <a:lstStyle/>
                    <a:p>
                      <a:pPr algn="ctr" rtl="0"/>
                      <a:r>
                        <a:rPr lang="de-DE" noProof="0"/>
                        <a:t>2.2</a:t>
                      </a:r>
                    </a:p>
                  </a:txBody>
                  <a:tcPr anchor="ctr"/>
                </a:tc>
                <a:tc>
                  <a:txBody>
                    <a:bodyPr/>
                    <a:lstStyle/>
                    <a:p>
                      <a:pPr algn="ctr" rtl="0"/>
                      <a:r>
                        <a:rPr lang="de-DE" noProof="0"/>
                        <a:t>1.7</a:t>
                      </a:r>
                    </a:p>
                  </a:txBody>
                  <a:tcPr anchor="ctr"/>
                </a:tc>
                <a:tc>
                  <a:txBody>
                    <a:bodyPr/>
                    <a:lstStyle/>
                    <a:p>
                      <a:pPr algn="ctr" rtl="0"/>
                      <a:r>
                        <a:rPr lang="de-DE" noProof="0" dirty="0"/>
                        <a:t>7</a:t>
                      </a:r>
                    </a:p>
                  </a:txBody>
                  <a:tcPr anchor="ctr"/>
                </a:tc>
                <a:extLst>
                  <a:ext uri="{0D108BD9-81ED-4DB2-BD59-A6C34878D82A}">
                    <a16:rowId xmlns:a16="http://schemas.microsoft.com/office/drawing/2014/main" val="1152158595"/>
                  </a:ext>
                </a:extLst>
              </a:tr>
            </a:tbl>
          </a:graphicData>
        </a:graphic>
      </p:graphicFrame>
      <p:sp>
        <p:nvSpPr>
          <p:cNvPr id="7" name="Datumsplatzhalter 3">
            <a:extLst>
              <a:ext uri="{FF2B5EF4-FFF2-40B4-BE49-F238E27FC236}">
                <a16:creationId xmlns:a16="http://schemas.microsoft.com/office/drawing/2014/main" id="{2F663528-6F48-4679-80D6-A9D362269957}"/>
              </a:ext>
            </a:extLst>
          </p:cNvPr>
          <p:cNvSpPr>
            <a:spLocks noGrp="1"/>
          </p:cNvSpPr>
          <p:nvPr>
            <p:ph type="dt" sz="half" idx="10"/>
          </p:nvPr>
        </p:nvSpPr>
        <p:spPr/>
        <p:txBody>
          <a:bodyPr rtlCol="0"/>
          <a:lstStyle/>
          <a:p>
            <a:pPr rtl="0"/>
            <a:r>
              <a:rPr lang="de-DE"/>
              <a:t>04.09.20XX</a:t>
            </a:r>
          </a:p>
        </p:txBody>
      </p:sp>
      <p:sp>
        <p:nvSpPr>
          <p:cNvPr id="9" name="Fußzeilenplatzhalter 4">
            <a:extLst>
              <a:ext uri="{FF2B5EF4-FFF2-40B4-BE49-F238E27FC236}">
                <a16:creationId xmlns:a16="http://schemas.microsoft.com/office/drawing/2014/main" id="{948F1280-0C85-421E-BF0E-DB3DAF29F39A}"/>
              </a:ext>
            </a:extLst>
          </p:cNvPr>
          <p:cNvSpPr>
            <a:spLocks noGrp="1"/>
          </p:cNvSpPr>
          <p:nvPr>
            <p:ph type="ftr" sz="quarter" idx="11"/>
          </p:nvPr>
        </p:nvSpPr>
        <p:spPr/>
        <p:txBody>
          <a:bodyPr rtlCol="0"/>
          <a:lstStyle/>
          <a:p>
            <a:pPr rtl="0"/>
            <a:r>
              <a:rPr lang="de-DE"/>
              <a:t>Präsentationstitel</a:t>
            </a:r>
          </a:p>
        </p:txBody>
      </p:sp>
      <p:sp>
        <p:nvSpPr>
          <p:cNvPr id="10" name="Foliennummernplatzhalter 5">
            <a:extLst>
              <a:ext uri="{FF2B5EF4-FFF2-40B4-BE49-F238E27FC236}">
                <a16:creationId xmlns:a16="http://schemas.microsoft.com/office/drawing/2014/main" id="{27357B90-43D4-43A9-9C2B-156AED8FFFEC}"/>
              </a:ext>
            </a:extLst>
          </p:cNvPr>
          <p:cNvSpPr>
            <a:spLocks noGrp="1"/>
          </p:cNvSpPr>
          <p:nvPr>
            <p:ph type="sldNum" sz="quarter" idx="12"/>
          </p:nvPr>
        </p:nvSpPr>
        <p:spPr/>
        <p:txBody>
          <a:bodyPr rtlCol="0"/>
          <a:lstStyle/>
          <a:p>
            <a:pPr rtl="0"/>
            <a:fld id="{A65A5C87-DF58-40C8-B092-1DE63DB4547E}" type="slidenum">
              <a:rPr lang="de-DE" smtClean="0"/>
              <a:pPr rtl="0"/>
              <a:t>14</a:t>
            </a:fld>
            <a:endParaRPr lang="de-DE"/>
          </a:p>
        </p:txBody>
      </p:sp>
    </p:spTree>
    <p:extLst>
      <p:ext uri="{BB962C8B-B14F-4D97-AF65-F5344CB8AC3E}">
        <p14:creationId xmlns:p14="http://schemas.microsoft.com/office/powerpoint/2010/main" val="42663536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3EEB919-4F65-4B5E-ADF3-272AD780E102}"/>
              </a:ext>
            </a:extLst>
          </p:cNvPr>
          <p:cNvSpPr>
            <a:spLocks noGrp="1"/>
          </p:cNvSpPr>
          <p:nvPr>
            <p:ph type="title"/>
          </p:nvPr>
        </p:nvSpPr>
        <p:spPr/>
        <p:txBody>
          <a:bodyPr rtlCol="0"/>
          <a:lstStyle/>
          <a:p>
            <a:pPr rtl="0"/>
            <a:r>
              <a:rPr lang="de-DE" sz="4800"/>
              <a:t>Die ersten Schritte bestehen darin, </a:t>
            </a:r>
            <a:br>
              <a:rPr lang="de-DE" sz="4800"/>
            </a:br>
            <a:r>
              <a:rPr lang="de-DE" sz="4800"/>
              <a:t>nicht mehr zu reden, sondern zu handeln.</a:t>
            </a:r>
            <a:endParaRPr lang="de-DE"/>
          </a:p>
        </p:txBody>
      </p:sp>
      <p:sp>
        <p:nvSpPr>
          <p:cNvPr id="3" name="Textplatzhalter 2">
            <a:extLst>
              <a:ext uri="{FF2B5EF4-FFF2-40B4-BE49-F238E27FC236}">
                <a16:creationId xmlns:a16="http://schemas.microsoft.com/office/drawing/2014/main" id="{3FF48DDF-62CA-455C-A7CB-AB86D3378A86}"/>
              </a:ext>
            </a:extLst>
          </p:cNvPr>
          <p:cNvSpPr>
            <a:spLocks noGrp="1"/>
          </p:cNvSpPr>
          <p:nvPr>
            <p:ph type="body" idx="1"/>
          </p:nvPr>
        </p:nvSpPr>
        <p:spPr/>
        <p:txBody>
          <a:bodyPr rtlCol="0"/>
          <a:lstStyle/>
          <a:p>
            <a:pPr rtl="0"/>
            <a:r>
              <a:rPr lang="de-DE" sz="2000"/>
              <a:t>Walt Disney</a:t>
            </a:r>
          </a:p>
        </p:txBody>
      </p:sp>
      <p:sp>
        <p:nvSpPr>
          <p:cNvPr id="4" name="Datumsplatzhalter 3">
            <a:extLst>
              <a:ext uri="{FF2B5EF4-FFF2-40B4-BE49-F238E27FC236}">
                <a16:creationId xmlns:a16="http://schemas.microsoft.com/office/drawing/2014/main" id="{3EBA106A-D567-46FE-88DF-BA724D83BE90}"/>
              </a:ext>
            </a:extLst>
          </p:cNvPr>
          <p:cNvSpPr>
            <a:spLocks noGrp="1"/>
          </p:cNvSpPr>
          <p:nvPr>
            <p:ph type="dt" sz="half" idx="10"/>
          </p:nvPr>
        </p:nvSpPr>
        <p:spPr/>
        <p:txBody>
          <a:bodyPr rtlCol="0"/>
          <a:lstStyle/>
          <a:p>
            <a:pPr rtl="0"/>
            <a:r>
              <a:rPr lang="de-DE"/>
              <a:t>04.09.20XX</a:t>
            </a:r>
          </a:p>
        </p:txBody>
      </p:sp>
      <p:sp>
        <p:nvSpPr>
          <p:cNvPr id="5" name="Fußzeilenplatzhalter 4">
            <a:extLst>
              <a:ext uri="{FF2B5EF4-FFF2-40B4-BE49-F238E27FC236}">
                <a16:creationId xmlns:a16="http://schemas.microsoft.com/office/drawing/2014/main" id="{83B6A6F4-FC75-45A7-B6F8-488E7FD18F96}"/>
              </a:ext>
            </a:extLst>
          </p:cNvPr>
          <p:cNvSpPr>
            <a:spLocks noGrp="1"/>
          </p:cNvSpPr>
          <p:nvPr>
            <p:ph type="ftr" sz="quarter" idx="11"/>
          </p:nvPr>
        </p:nvSpPr>
        <p:spPr/>
        <p:txBody>
          <a:bodyPr rtlCol="0"/>
          <a:lstStyle/>
          <a:p>
            <a:pPr rtl="0"/>
            <a:r>
              <a:rPr lang="de-DE"/>
              <a:t>Präsentationstitel</a:t>
            </a:r>
          </a:p>
        </p:txBody>
      </p:sp>
      <p:sp>
        <p:nvSpPr>
          <p:cNvPr id="6" name="Foliennummernplatzhalter 5">
            <a:extLst>
              <a:ext uri="{FF2B5EF4-FFF2-40B4-BE49-F238E27FC236}">
                <a16:creationId xmlns:a16="http://schemas.microsoft.com/office/drawing/2014/main" id="{701FBF44-1F57-4664-8847-9214C41B42E9}"/>
              </a:ext>
            </a:extLst>
          </p:cNvPr>
          <p:cNvSpPr>
            <a:spLocks noGrp="1"/>
          </p:cNvSpPr>
          <p:nvPr>
            <p:ph type="sldNum" sz="quarter" idx="12"/>
          </p:nvPr>
        </p:nvSpPr>
        <p:spPr/>
        <p:txBody>
          <a:bodyPr rtlCol="0"/>
          <a:lstStyle/>
          <a:p>
            <a:pPr rtl="0"/>
            <a:fld id="{A65A5C87-DF58-40C8-B092-1DE63DB4547E}" type="slidenum">
              <a:rPr lang="de-DE" smtClean="0"/>
              <a:t>15</a:t>
            </a:fld>
            <a:endParaRPr lang="de-DE"/>
          </a:p>
        </p:txBody>
      </p:sp>
    </p:spTree>
    <p:extLst>
      <p:ext uri="{BB962C8B-B14F-4D97-AF65-F5344CB8AC3E}">
        <p14:creationId xmlns:p14="http://schemas.microsoft.com/office/powerpoint/2010/main" val="2360587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8A51886-AA43-422E-B193-F1F3DF7D8A4D}"/>
              </a:ext>
            </a:extLst>
          </p:cNvPr>
          <p:cNvSpPr>
            <a:spLocks noGrp="1"/>
          </p:cNvSpPr>
          <p:nvPr>
            <p:ph type="title"/>
          </p:nvPr>
        </p:nvSpPr>
        <p:spPr/>
        <p:txBody>
          <a:bodyPr rtlCol="0"/>
          <a:lstStyle/>
          <a:p>
            <a:pPr rtl="0"/>
            <a:r>
              <a:rPr lang="de-DE" dirty="0"/>
              <a:t>Zeitachse</a:t>
            </a:r>
          </a:p>
        </p:txBody>
      </p:sp>
      <p:graphicFrame>
        <p:nvGraphicFramePr>
          <p:cNvPr id="4" name="Inhaltsplatzhalter 3" descr="Zeitachse">
            <a:extLst>
              <a:ext uri="{FF2B5EF4-FFF2-40B4-BE49-F238E27FC236}">
                <a16:creationId xmlns:a16="http://schemas.microsoft.com/office/drawing/2014/main" id="{93897051-DA8D-4072-A594-51769F8D52F5}"/>
              </a:ext>
            </a:extLst>
          </p:cNvPr>
          <p:cNvGraphicFramePr>
            <a:graphicFrameLocks noGrp="1"/>
          </p:cNvGraphicFramePr>
          <p:nvPr>
            <p:ph idx="1"/>
            <p:extLst>
              <p:ext uri="{D42A27DB-BD31-4B8C-83A1-F6EECF244321}">
                <p14:modId xmlns:p14="http://schemas.microsoft.com/office/powerpoint/2010/main" val="7329164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Datumsplatzhalter 3">
            <a:extLst>
              <a:ext uri="{FF2B5EF4-FFF2-40B4-BE49-F238E27FC236}">
                <a16:creationId xmlns:a16="http://schemas.microsoft.com/office/drawing/2014/main" id="{8E6EC47B-0875-49A4-8F1B-8B4B13F9806D}"/>
              </a:ext>
            </a:extLst>
          </p:cNvPr>
          <p:cNvSpPr>
            <a:spLocks noGrp="1"/>
          </p:cNvSpPr>
          <p:nvPr>
            <p:ph type="dt" sz="half" idx="10"/>
          </p:nvPr>
        </p:nvSpPr>
        <p:spPr>
          <a:xfrm>
            <a:off x="908304" y="6356350"/>
            <a:ext cx="2743200" cy="365125"/>
          </a:xfrm>
        </p:spPr>
        <p:txBody>
          <a:bodyPr rtlCol="0"/>
          <a:lstStyle/>
          <a:p>
            <a:pPr rtl="0"/>
            <a:r>
              <a:rPr lang="de-DE" dirty="0"/>
              <a:t>04.09.20XX</a:t>
            </a:r>
          </a:p>
        </p:txBody>
      </p:sp>
      <p:sp>
        <p:nvSpPr>
          <p:cNvPr id="9" name="Fußzeilenplatzhalter 4">
            <a:extLst>
              <a:ext uri="{FF2B5EF4-FFF2-40B4-BE49-F238E27FC236}">
                <a16:creationId xmlns:a16="http://schemas.microsoft.com/office/drawing/2014/main" id="{79D51A1C-737E-43FC-8D3B-86E4D3CCA64F}"/>
              </a:ext>
            </a:extLst>
          </p:cNvPr>
          <p:cNvSpPr>
            <a:spLocks noGrp="1"/>
          </p:cNvSpPr>
          <p:nvPr>
            <p:ph type="ftr" sz="quarter" idx="11"/>
          </p:nvPr>
        </p:nvSpPr>
        <p:spPr>
          <a:xfrm>
            <a:off x="4038600" y="6356350"/>
            <a:ext cx="4114800" cy="365125"/>
          </a:xfrm>
        </p:spPr>
        <p:txBody>
          <a:bodyPr rtlCol="0"/>
          <a:lstStyle/>
          <a:p>
            <a:pPr rtl="0"/>
            <a:r>
              <a:rPr lang="de-DE" dirty="0"/>
              <a:t>Präsentationstitel</a:t>
            </a:r>
          </a:p>
        </p:txBody>
      </p:sp>
      <p:sp>
        <p:nvSpPr>
          <p:cNvPr id="10" name="Foliennummernplatzhalter 5">
            <a:extLst>
              <a:ext uri="{FF2B5EF4-FFF2-40B4-BE49-F238E27FC236}">
                <a16:creationId xmlns:a16="http://schemas.microsoft.com/office/drawing/2014/main" id="{4BD4F9CE-26BB-4441-99A7-B6599E9CF488}"/>
              </a:ext>
            </a:extLst>
          </p:cNvPr>
          <p:cNvSpPr>
            <a:spLocks noGrp="1"/>
          </p:cNvSpPr>
          <p:nvPr>
            <p:ph type="sldNum" sz="quarter" idx="12"/>
          </p:nvPr>
        </p:nvSpPr>
        <p:spPr>
          <a:xfrm>
            <a:off x="8540496" y="6356350"/>
            <a:ext cx="2743200" cy="365125"/>
          </a:xfrm>
        </p:spPr>
        <p:txBody>
          <a:bodyPr rtlCol="0"/>
          <a:lstStyle/>
          <a:p>
            <a:pPr rtl="0"/>
            <a:fld id="{A65A5C87-DF58-40C8-B092-1DE63DB4547E}" type="slidenum">
              <a:rPr lang="de-DE" smtClean="0"/>
              <a:t>16</a:t>
            </a:fld>
            <a:endParaRPr lang="de-DE" dirty="0"/>
          </a:p>
        </p:txBody>
      </p:sp>
    </p:spTree>
    <p:extLst>
      <p:ext uri="{BB962C8B-B14F-4D97-AF65-F5344CB8AC3E}">
        <p14:creationId xmlns:p14="http://schemas.microsoft.com/office/powerpoint/2010/main" val="26246300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E209E4-B947-4446-AD42-C1B3A0C1F583}"/>
              </a:ext>
            </a:extLst>
          </p:cNvPr>
          <p:cNvSpPr>
            <a:spLocks noGrp="1"/>
          </p:cNvSpPr>
          <p:nvPr>
            <p:ph type="title"/>
          </p:nvPr>
        </p:nvSpPr>
        <p:spPr/>
        <p:txBody>
          <a:bodyPr rtlCol="0"/>
          <a:lstStyle/>
          <a:p>
            <a:pPr rtl="0"/>
            <a:r>
              <a:rPr lang="de-DE"/>
              <a:t>Inhalt</a:t>
            </a:r>
          </a:p>
        </p:txBody>
      </p:sp>
      <p:sp>
        <p:nvSpPr>
          <p:cNvPr id="14" name="Textplatzhalter 13">
            <a:extLst>
              <a:ext uri="{FF2B5EF4-FFF2-40B4-BE49-F238E27FC236}">
                <a16:creationId xmlns:a16="http://schemas.microsoft.com/office/drawing/2014/main" id="{D7F57BF9-5B99-4D8E-9855-18C6FD7BB0EE}"/>
              </a:ext>
            </a:extLst>
          </p:cNvPr>
          <p:cNvSpPr>
            <a:spLocks noGrp="1"/>
          </p:cNvSpPr>
          <p:nvPr>
            <p:ph type="body" sz="quarter" idx="1"/>
          </p:nvPr>
        </p:nvSpPr>
        <p:spPr/>
        <p:txBody>
          <a:bodyPr rtlCol="0"/>
          <a:lstStyle/>
          <a:p>
            <a:pPr rtl="0"/>
            <a:r>
              <a:rPr lang="de-DE"/>
              <a:t>Untertitel</a:t>
            </a:r>
          </a:p>
        </p:txBody>
      </p:sp>
      <p:sp>
        <p:nvSpPr>
          <p:cNvPr id="15" name="Textplatzhalter 14">
            <a:extLst>
              <a:ext uri="{FF2B5EF4-FFF2-40B4-BE49-F238E27FC236}">
                <a16:creationId xmlns:a16="http://schemas.microsoft.com/office/drawing/2014/main" id="{8891D156-FB7C-4C78-B73A-E34105B8EEC6}"/>
              </a:ext>
            </a:extLst>
          </p:cNvPr>
          <p:cNvSpPr>
            <a:spLocks noGrp="1"/>
          </p:cNvSpPr>
          <p:nvPr>
            <p:ph type="body" idx="3"/>
          </p:nvPr>
        </p:nvSpPr>
        <p:spPr/>
        <p:txBody>
          <a:bodyPr rtlCol="0"/>
          <a:lstStyle/>
          <a:p>
            <a:pPr rtl="0"/>
            <a:r>
              <a:rPr lang="de-DE"/>
              <a:t>Untertitel</a:t>
            </a:r>
          </a:p>
        </p:txBody>
      </p:sp>
      <p:sp>
        <p:nvSpPr>
          <p:cNvPr id="12" name="Inhaltsplatzhalter 11">
            <a:extLst>
              <a:ext uri="{FF2B5EF4-FFF2-40B4-BE49-F238E27FC236}">
                <a16:creationId xmlns:a16="http://schemas.microsoft.com/office/drawing/2014/main" id="{3D88E8B5-C20C-47A1-9C22-B545284DA4A4}"/>
              </a:ext>
            </a:extLst>
          </p:cNvPr>
          <p:cNvSpPr>
            <a:spLocks noGrp="1"/>
          </p:cNvSpPr>
          <p:nvPr>
            <p:ph sz="half" idx="2"/>
          </p:nvPr>
        </p:nvSpPr>
        <p:spPr/>
        <p:txBody>
          <a:bodyPr rtlCol="0"/>
          <a:lstStyle/>
          <a:p>
            <a:pPr rtl="0"/>
            <a:r>
              <a:rPr lang="de-DE" dirty="0"/>
              <a:t>Fügen Sie Text, Bilder, ClipArt und Videos hinzu. </a:t>
            </a:r>
          </a:p>
          <a:p>
            <a:pPr rtl="0"/>
            <a:r>
              <a:rPr lang="de-DE" dirty="0"/>
              <a:t>Fügen Sie Übergänge, Animationen und Bewegungen hinzu. </a:t>
            </a:r>
          </a:p>
          <a:p>
            <a:pPr rtl="0"/>
            <a:r>
              <a:rPr lang="de-DE" dirty="0"/>
              <a:t>Speichern Sie in OneDrive, um von Ihrem Computer, Tablet oder Telefon aus auf Ihre Präsentationen Zugriff zu haben. </a:t>
            </a:r>
          </a:p>
        </p:txBody>
      </p:sp>
      <p:sp>
        <p:nvSpPr>
          <p:cNvPr id="13" name="Inhaltsplatzhalter 12">
            <a:extLst>
              <a:ext uri="{FF2B5EF4-FFF2-40B4-BE49-F238E27FC236}">
                <a16:creationId xmlns:a16="http://schemas.microsoft.com/office/drawing/2014/main" id="{E205B217-8183-4076-A009-A93B01FC3744}"/>
              </a:ext>
            </a:extLst>
          </p:cNvPr>
          <p:cNvSpPr>
            <a:spLocks noGrp="1"/>
          </p:cNvSpPr>
          <p:nvPr>
            <p:ph sz="quarter" idx="4"/>
          </p:nvPr>
        </p:nvSpPr>
        <p:spPr/>
        <p:txBody>
          <a:bodyPr rtlCol="0"/>
          <a:lstStyle/>
          <a:p>
            <a:pPr rtl="0"/>
            <a:r>
              <a:rPr lang="de-DE" sz="1800" dirty="0"/>
              <a:t>Öffnen Sie den Bereich „Designideen“ für sofortige Folienumgestaltungen. </a:t>
            </a:r>
          </a:p>
          <a:p>
            <a:pPr rtl="0"/>
            <a:r>
              <a:rPr lang="de-DE" sz="1800" dirty="0"/>
              <a:t>Wenn wir Designideen haben, zeigen wir sie Ihnen genau dort. </a:t>
            </a:r>
          </a:p>
        </p:txBody>
      </p:sp>
      <p:sp>
        <p:nvSpPr>
          <p:cNvPr id="10" name="Datumsplatzhalter 3">
            <a:extLst>
              <a:ext uri="{FF2B5EF4-FFF2-40B4-BE49-F238E27FC236}">
                <a16:creationId xmlns:a16="http://schemas.microsoft.com/office/drawing/2014/main" id="{53FFB02E-B0DF-47F6-8583-0286ECFE1405}"/>
              </a:ext>
            </a:extLst>
          </p:cNvPr>
          <p:cNvSpPr>
            <a:spLocks noGrp="1"/>
          </p:cNvSpPr>
          <p:nvPr>
            <p:ph type="dt" sz="half" idx="10"/>
          </p:nvPr>
        </p:nvSpPr>
        <p:spPr/>
        <p:txBody>
          <a:bodyPr rtlCol="0"/>
          <a:lstStyle/>
          <a:p>
            <a:pPr rtl="0"/>
            <a:r>
              <a:rPr lang="de-DE"/>
              <a:t>04.09.20XX</a:t>
            </a:r>
          </a:p>
        </p:txBody>
      </p:sp>
      <p:sp>
        <p:nvSpPr>
          <p:cNvPr id="11" name="Fußzeilenplatzhalter 4">
            <a:extLst>
              <a:ext uri="{FF2B5EF4-FFF2-40B4-BE49-F238E27FC236}">
                <a16:creationId xmlns:a16="http://schemas.microsoft.com/office/drawing/2014/main" id="{6A803AF1-C09B-4905-8AEE-15B680F6E7AE}"/>
              </a:ext>
            </a:extLst>
          </p:cNvPr>
          <p:cNvSpPr>
            <a:spLocks noGrp="1"/>
          </p:cNvSpPr>
          <p:nvPr>
            <p:ph type="ftr" sz="quarter" idx="11"/>
          </p:nvPr>
        </p:nvSpPr>
        <p:spPr/>
        <p:txBody>
          <a:bodyPr rtlCol="0"/>
          <a:lstStyle/>
          <a:p>
            <a:pPr rtl="0"/>
            <a:r>
              <a:rPr lang="de-DE"/>
              <a:t>Präsentationstitel</a:t>
            </a:r>
          </a:p>
        </p:txBody>
      </p:sp>
      <p:sp>
        <p:nvSpPr>
          <p:cNvPr id="16" name="Foliennummernplatzhalter 5">
            <a:extLst>
              <a:ext uri="{FF2B5EF4-FFF2-40B4-BE49-F238E27FC236}">
                <a16:creationId xmlns:a16="http://schemas.microsoft.com/office/drawing/2014/main" id="{1A06BCBE-7F1D-4794-A964-0B03C6178B08}"/>
              </a:ext>
            </a:extLst>
          </p:cNvPr>
          <p:cNvSpPr>
            <a:spLocks noGrp="1"/>
          </p:cNvSpPr>
          <p:nvPr>
            <p:ph type="sldNum" sz="quarter" idx="12"/>
          </p:nvPr>
        </p:nvSpPr>
        <p:spPr/>
        <p:txBody>
          <a:bodyPr rtlCol="0"/>
          <a:lstStyle/>
          <a:p>
            <a:pPr rtl="0"/>
            <a:fld id="{A65A5C87-DF58-40C8-B092-1DE63DB4547E}" type="slidenum">
              <a:rPr lang="de-DE" smtClean="0"/>
              <a:pPr rtl="0"/>
              <a:t>17</a:t>
            </a:fld>
            <a:endParaRPr lang="de-DE"/>
          </a:p>
        </p:txBody>
      </p:sp>
    </p:spTree>
    <p:extLst>
      <p:ext uri="{BB962C8B-B14F-4D97-AF65-F5344CB8AC3E}">
        <p14:creationId xmlns:p14="http://schemas.microsoft.com/office/powerpoint/2010/main" val="21306653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69F6EA5-1EEF-4F8D-A202-227127F37230}"/>
              </a:ext>
            </a:extLst>
          </p:cNvPr>
          <p:cNvSpPr>
            <a:spLocks noGrp="1"/>
          </p:cNvSpPr>
          <p:nvPr>
            <p:ph type="title"/>
          </p:nvPr>
        </p:nvSpPr>
        <p:spPr/>
        <p:txBody>
          <a:bodyPr rtlCol="0"/>
          <a:lstStyle/>
          <a:p>
            <a:pPr rtl="0"/>
            <a:r>
              <a:rPr lang="de-DE"/>
              <a:t>Inhalt </a:t>
            </a:r>
          </a:p>
        </p:txBody>
      </p:sp>
      <p:sp>
        <p:nvSpPr>
          <p:cNvPr id="3" name="Textplatzhalter 2">
            <a:extLst>
              <a:ext uri="{FF2B5EF4-FFF2-40B4-BE49-F238E27FC236}">
                <a16:creationId xmlns:a16="http://schemas.microsoft.com/office/drawing/2014/main" id="{CE93E06A-806F-4CD1-9674-3E912429875F}"/>
              </a:ext>
            </a:extLst>
          </p:cNvPr>
          <p:cNvSpPr>
            <a:spLocks noGrp="1"/>
          </p:cNvSpPr>
          <p:nvPr>
            <p:ph type="body" idx="1"/>
          </p:nvPr>
        </p:nvSpPr>
        <p:spPr/>
        <p:txBody>
          <a:bodyPr rtlCol="0"/>
          <a:lstStyle/>
          <a:p>
            <a:pPr rtl="0"/>
            <a:r>
              <a:rPr lang="de-DE" sz="2400" b="1"/>
              <a:t>Untertitel</a:t>
            </a:r>
          </a:p>
        </p:txBody>
      </p:sp>
      <p:sp>
        <p:nvSpPr>
          <p:cNvPr id="5" name="Textplatzhalter 4">
            <a:extLst>
              <a:ext uri="{FF2B5EF4-FFF2-40B4-BE49-F238E27FC236}">
                <a16:creationId xmlns:a16="http://schemas.microsoft.com/office/drawing/2014/main" id="{EBB54FB5-947C-443A-A471-5A92DDDE7E78}"/>
              </a:ext>
            </a:extLst>
          </p:cNvPr>
          <p:cNvSpPr>
            <a:spLocks noGrp="1"/>
          </p:cNvSpPr>
          <p:nvPr>
            <p:ph type="body" sz="quarter" idx="3"/>
          </p:nvPr>
        </p:nvSpPr>
        <p:spPr/>
        <p:txBody>
          <a:bodyPr rtlCol="0"/>
          <a:lstStyle/>
          <a:p>
            <a:pPr rtl="0"/>
            <a:r>
              <a:rPr lang="de-DE" sz="2400" b="1"/>
              <a:t>Untertitel</a:t>
            </a:r>
          </a:p>
        </p:txBody>
      </p:sp>
      <p:sp>
        <p:nvSpPr>
          <p:cNvPr id="10" name="Textplatzhalter 9">
            <a:extLst>
              <a:ext uri="{FF2B5EF4-FFF2-40B4-BE49-F238E27FC236}">
                <a16:creationId xmlns:a16="http://schemas.microsoft.com/office/drawing/2014/main" id="{9A4A6380-3B85-4062-912A-4E390EC98130}"/>
              </a:ext>
            </a:extLst>
          </p:cNvPr>
          <p:cNvSpPr>
            <a:spLocks noGrp="1"/>
          </p:cNvSpPr>
          <p:nvPr>
            <p:ph type="body" sz="quarter" idx="13"/>
          </p:nvPr>
        </p:nvSpPr>
        <p:spPr/>
        <p:txBody>
          <a:bodyPr rtlCol="0"/>
          <a:lstStyle/>
          <a:p>
            <a:pPr rtl="0"/>
            <a:r>
              <a:rPr lang="de-DE" sz="2400" b="1"/>
              <a:t>Untertitel</a:t>
            </a:r>
          </a:p>
        </p:txBody>
      </p:sp>
      <p:sp>
        <p:nvSpPr>
          <p:cNvPr id="4" name="Inhaltsplatzhalter 3">
            <a:extLst>
              <a:ext uri="{FF2B5EF4-FFF2-40B4-BE49-F238E27FC236}">
                <a16:creationId xmlns:a16="http://schemas.microsoft.com/office/drawing/2014/main" id="{56E2AD97-6712-4E23-9D09-2FCFC43DE6FA}"/>
              </a:ext>
            </a:extLst>
          </p:cNvPr>
          <p:cNvSpPr>
            <a:spLocks noGrp="1"/>
          </p:cNvSpPr>
          <p:nvPr>
            <p:ph sz="half" idx="2"/>
          </p:nvPr>
        </p:nvSpPr>
        <p:spPr>
          <a:xfrm>
            <a:off x="576072" y="3203687"/>
            <a:ext cx="3745762" cy="3214365"/>
          </a:xfrm>
        </p:spPr>
        <p:txBody>
          <a:bodyPr rtlCol="0">
            <a:normAutofit lnSpcReduction="10000"/>
          </a:bodyPr>
          <a:lstStyle/>
          <a:p>
            <a:pPr lvl="0" rtl="0"/>
            <a:r>
              <a:rPr lang="de-DE" sz="1800" b="0" i="0" u="none" dirty="0"/>
              <a:t>Fügen Sie Text, Bilder, ClipArt und Videos hinzu. </a:t>
            </a:r>
          </a:p>
          <a:p>
            <a:pPr lvl="0" rtl="0"/>
            <a:r>
              <a:rPr lang="de-DE" sz="1800" b="0" i="0" u="none" dirty="0"/>
              <a:t>Fügen Sie Übergänge, Animationen und Bewegungen hinzu. </a:t>
            </a:r>
          </a:p>
          <a:p>
            <a:pPr lvl="0" rtl="0"/>
            <a:r>
              <a:rPr lang="de-DE" sz="1800" b="0" i="0" u="none" dirty="0"/>
              <a:t>Speichern Sie in OneDrive, um von Ihrem Computer, Tablet oder Telefon aus auf Ihre Präsentationen Zugriff zu haben. </a:t>
            </a:r>
          </a:p>
        </p:txBody>
      </p:sp>
      <p:sp>
        <p:nvSpPr>
          <p:cNvPr id="6" name="Inhaltsplatzhalter 5">
            <a:extLst>
              <a:ext uri="{FF2B5EF4-FFF2-40B4-BE49-F238E27FC236}">
                <a16:creationId xmlns:a16="http://schemas.microsoft.com/office/drawing/2014/main" id="{7B86909A-6871-4C18-9DB4-D10F772A4EC0}"/>
              </a:ext>
            </a:extLst>
          </p:cNvPr>
          <p:cNvSpPr>
            <a:spLocks noGrp="1"/>
          </p:cNvSpPr>
          <p:nvPr>
            <p:ph sz="quarter" idx="4"/>
          </p:nvPr>
        </p:nvSpPr>
        <p:spPr/>
        <p:txBody>
          <a:bodyPr rtlCol="0"/>
          <a:lstStyle/>
          <a:p>
            <a:pPr rtl="0"/>
            <a:r>
              <a:rPr lang="de-DE" sz="1800" dirty="0"/>
              <a:t>Öffnen Sie den Bereich „Designideen“ für sofortige Folienumgestaltungen. </a:t>
            </a:r>
          </a:p>
          <a:p>
            <a:pPr rtl="0"/>
            <a:r>
              <a:rPr lang="de-DE" sz="1800" dirty="0"/>
              <a:t>Wenn wir Designideen haben, zeigen wir sie Ihnen genau dort. </a:t>
            </a:r>
          </a:p>
        </p:txBody>
      </p:sp>
      <p:sp>
        <p:nvSpPr>
          <p:cNvPr id="11" name="Inhaltsplatzhalter 10">
            <a:extLst>
              <a:ext uri="{FF2B5EF4-FFF2-40B4-BE49-F238E27FC236}">
                <a16:creationId xmlns:a16="http://schemas.microsoft.com/office/drawing/2014/main" id="{4BA52259-E9BC-4D73-AB88-6F0A4227FEC2}"/>
              </a:ext>
            </a:extLst>
          </p:cNvPr>
          <p:cNvSpPr>
            <a:spLocks noGrp="1"/>
          </p:cNvSpPr>
          <p:nvPr>
            <p:ph sz="quarter" idx="14"/>
          </p:nvPr>
        </p:nvSpPr>
        <p:spPr>
          <a:xfrm>
            <a:off x="8439912" y="3203687"/>
            <a:ext cx="3637069" cy="3214365"/>
          </a:xfrm>
        </p:spPr>
        <p:txBody>
          <a:bodyPr rtlCol="0">
            <a:normAutofit lnSpcReduction="10000"/>
          </a:bodyPr>
          <a:lstStyle/>
          <a:p>
            <a:pPr rtl="0"/>
            <a:r>
              <a:rPr lang="de-DE" sz="1800" dirty="0"/>
              <a:t>Dieses PowerPoint-Thema verwendet einen eigenen Satz von Farben, Schriftarten und Effekten, um das allgemeine Erscheinungsbild dieser Folien zu erstellen. </a:t>
            </a:r>
          </a:p>
          <a:p>
            <a:pPr rtl="0"/>
            <a:r>
              <a:rPr lang="de-DE" sz="1800" dirty="0"/>
              <a:t>PowerPoint bietet unzählige Designs, um Ihrer Präsentation genau die richtige Persönlichkeit zu verleihen. </a:t>
            </a:r>
          </a:p>
        </p:txBody>
      </p:sp>
      <p:sp>
        <p:nvSpPr>
          <p:cNvPr id="7" name="Datumsplatzhalter 6">
            <a:extLst>
              <a:ext uri="{FF2B5EF4-FFF2-40B4-BE49-F238E27FC236}">
                <a16:creationId xmlns:a16="http://schemas.microsoft.com/office/drawing/2014/main" id="{A9E144FF-5A39-42A6-AAA4-4E5D672FA0BA}"/>
              </a:ext>
            </a:extLst>
          </p:cNvPr>
          <p:cNvSpPr>
            <a:spLocks noGrp="1"/>
          </p:cNvSpPr>
          <p:nvPr>
            <p:ph type="dt" sz="half" idx="10"/>
          </p:nvPr>
        </p:nvSpPr>
        <p:spPr/>
        <p:txBody>
          <a:bodyPr rtlCol="0"/>
          <a:lstStyle/>
          <a:p>
            <a:pPr rtl="0"/>
            <a:r>
              <a:rPr lang="de-DE"/>
              <a:t>04.09.20XX</a:t>
            </a:r>
          </a:p>
        </p:txBody>
      </p:sp>
      <p:sp>
        <p:nvSpPr>
          <p:cNvPr id="8" name="Fußzeilenplatzhalter 7">
            <a:extLst>
              <a:ext uri="{FF2B5EF4-FFF2-40B4-BE49-F238E27FC236}">
                <a16:creationId xmlns:a16="http://schemas.microsoft.com/office/drawing/2014/main" id="{C3B54300-48D9-44C9-AE06-2EF38D9C7195}"/>
              </a:ext>
            </a:extLst>
          </p:cNvPr>
          <p:cNvSpPr>
            <a:spLocks noGrp="1"/>
          </p:cNvSpPr>
          <p:nvPr>
            <p:ph type="ftr" sz="quarter" idx="11"/>
          </p:nvPr>
        </p:nvSpPr>
        <p:spPr/>
        <p:txBody>
          <a:bodyPr rtlCol="0"/>
          <a:lstStyle/>
          <a:p>
            <a:pPr rtl="0"/>
            <a:r>
              <a:rPr lang="de-DE"/>
              <a:t>Präsentationstitel</a:t>
            </a:r>
          </a:p>
        </p:txBody>
      </p:sp>
      <p:sp>
        <p:nvSpPr>
          <p:cNvPr id="9" name="Foliennummernplatzhalter 8">
            <a:extLst>
              <a:ext uri="{FF2B5EF4-FFF2-40B4-BE49-F238E27FC236}">
                <a16:creationId xmlns:a16="http://schemas.microsoft.com/office/drawing/2014/main" id="{BB08890F-0304-4336-8A5F-BCCA24EADE2D}"/>
              </a:ext>
            </a:extLst>
          </p:cNvPr>
          <p:cNvSpPr>
            <a:spLocks noGrp="1"/>
          </p:cNvSpPr>
          <p:nvPr>
            <p:ph type="sldNum" sz="quarter" idx="12"/>
          </p:nvPr>
        </p:nvSpPr>
        <p:spPr/>
        <p:txBody>
          <a:bodyPr rtlCol="0"/>
          <a:lstStyle/>
          <a:p>
            <a:pPr rtl="0"/>
            <a:fld id="{A65A5C87-DF58-40C8-B092-1DE63DB4547E}" type="slidenum">
              <a:rPr lang="de-DE" smtClean="0"/>
              <a:t>18</a:t>
            </a:fld>
            <a:endParaRPr lang="de-DE"/>
          </a:p>
        </p:txBody>
      </p:sp>
    </p:spTree>
    <p:extLst>
      <p:ext uri="{BB962C8B-B14F-4D97-AF65-F5344CB8AC3E}">
        <p14:creationId xmlns:p14="http://schemas.microsoft.com/office/powerpoint/2010/main" val="955483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88E9372-10C9-4FE2-AA18-D3757770284E}"/>
              </a:ext>
            </a:extLst>
          </p:cNvPr>
          <p:cNvSpPr>
            <a:spLocks noGrp="1"/>
          </p:cNvSpPr>
          <p:nvPr>
            <p:ph type="title"/>
          </p:nvPr>
        </p:nvSpPr>
        <p:spPr/>
        <p:txBody>
          <a:bodyPr rtlCol="0"/>
          <a:lstStyle/>
          <a:p>
            <a:pPr rtl="0"/>
            <a:r>
              <a:rPr lang="de-DE"/>
              <a:t>Zusammenfassung</a:t>
            </a:r>
          </a:p>
        </p:txBody>
      </p:sp>
      <p:sp>
        <p:nvSpPr>
          <p:cNvPr id="3" name="Inhaltsplatzhalter 2">
            <a:extLst>
              <a:ext uri="{FF2B5EF4-FFF2-40B4-BE49-F238E27FC236}">
                <a16:creationId xmlns:a16="http://schemas.microsoft.com/office/drawing/2014/main" id="{593CCB26-C7B5-4926-8F38-01AA28C00B75}"/>
              </a:ext>
            </a:extLst>
          </p:cNvPr>
          <p:cNvSpPr>
            <a:spLocks noGrp="1"/>
          </p:cNvSpPr>
          <p:nvPr>
            <p:ph idx="1"/>
          </p:nvPr>
        </p:nvSpPr>
        <p:spPr/>
        <p:txBody>
          <a:bodyPr rtlCol="0"/>
          <a:lstStyle/>
          <a:p>
            <a:pPr rtl="0"/>
            <a:r>
              <a:rPr lang="de-DE" dirty="0"/>
              <a:t>Mit PowerPoint können Sie Präsentationen erstellen und Ihre Arbeit mit anderen teilen, wo immer sie sich befinden. Geben Sie hier den gewünschten Text ein, um loszulegen. Sie können dieser Vorlage auch Bilder, Grafiken und Videos hinzufügen. Speichern Sie in OneDrive, und greifen Sie von Ihrem Computer, Tablet oder Telefon auf Ihre Präsentationen zu. </a:t>
            </a:r>
          </a:p>
        </p:txBody>
      </p:sp>
      <p:pic>
        <p:nvPicPr>
          <p:cNvPr id="19" name="Bildplatzhalter 18" descr="Hände schreiben auf einem Block Papier">
            <a:extLst>
              <a:ext uri="{FF2B5EF4-FFF2-40B4-BE49-F238E27FC236}">
                <a16:creationId xmlns:a16="http://schemas.microsoft.com/office/drawing/2014/main" id="{B9DA24F4-B703-4FC0-9F8E-A952502DA90F}"/>
              </a:ext>
            </a:extLst>
          </p:cNvPr>
          <p:cNvPicPr>
            <a:picLocks noGrp="1" noChangeAspect="1"/>
          </p:cNvPicPr>
          <p:nvPr>
            <p:ph type="pic" sz="quarter" idx="14"/>
          </p:nvPr>
        </p:nvPicPr>
        <p:blipFill rotWithShape="1">
          <a:blip r:embed="rId3"/>
          <a:srcRect l="138" r="138"/>
          <a:stretch/>
        </p:blipFill>
        <p:spPr/>
      </p:pic>
      <p:pic>
        <p:nvPicPr>
          <p:cNvPr id="21" name="Bildplatzhalter 20" descr="Frau mit Tablet">
            <a:extLst>
              <a:ext uri="{FF2B5EF4-FFF2-40B4-BE49-F238E27FC236}">
                <a16:creationId xmlns:a16="http://schemas.microsoft.com/office/drawing/2014/main" id="{87A22160-1F99-4B20-87AD-2F9117F992C9}"/>
              </a:ext>
            </a:extLst>
          </p:cNvPr>
          <p:cNvPicPr>
            <a:picLocks noGrp="1" noChangeAspect="1"/>
          </p:cNvPicPr>
          <p:nvPr>
            <p:ph type="pic" sz="quarter" idx="13"/>
          </p:nvPr>
        </p:nvPicPr>
        <p:blipFill rotWithShape="1">
          <a:blip r:embed="rId4"/>
          <a:srcRect l="268" r="268"/>
          <a:stretch/>
        </p:blipFill>
        <p:spPr/>
      </p:pic>
      <p:pic>
        <p:nvPicPr>
          <p:cNvPr id="23" name="Bildplatzhalter 22" descr="Gruppe von Experten, die in einem Kreis sitzen">
            <a:extLst>
              <a:ext uri="{FF2B5EF4-FFF2-40B4-BE49-F238E27FC236}">
                <a16:creationId xmlns:a16="http://schemas.microsoft.com/office/drawing/2014/main" id="{0006A4E5-E551-4887-9767-4EBBCDF54EB8}"/>
              </a:ext>
            </a:extLst>
          </p:cNvPr>
          <p:cNvPicPr>
            <a:picLocks noGrp="1" noChangeAspect="1"/>
          </p:cNvPicPr>
          <p:nvPr>
            <p:ph type="pic" sz="quarter" idx="17"/>
          </p:nvPr>
        </p:nvPicPr>
        <p:blipFill rotWithShape="1">
          <a:blip r:embed="rId5"/>
          <a:srcRect t="59" b="59"/>
          <a:stretch/>
        </p:blipFill>
        <p:spPr/>
      </p:pic>
      <p:sp>
        <p:nvSpPr>
          <p:cNvPr id="7" name="Datumsplatzhalter 6">
            <a:extLst>
              <a:ext uri="{FF2B5EF4-FFF2-40B4-BE49-F238E27FC236}">
                <a16:creationId xmlns:a16="http://schemas.microsoft.com/office/drawing/2014/main" id="{5AA8C21D-9EF8-49B7-B9B1-37E7E6897C97}"/>
              </a:ext>
            </a:extLst>
          </p:cNvPr>
          <p:cNvSpPr>
            <a:spLocks noGrp="1"/>
          </p:cNvSpPr>
          <p:nvPr>
            <p:ph type="dt" sz="half" idx="18"/>
          </p:nvPr>
        </p:nvSpPr>
        <p:spPr/>
        <p:txBody>
          <a:bodyPr rtlCol="0"/>
          <a:lstStyle/>
          <a:p>
            <a:pPr rtl="0"/>
            <a:r>
              <a:rPr lang="de-DE"/>
              <a:t>04.09.20XX</a:t>
            </a:r>
          </a:p>
        </p:txBody>
      </p:sp>
      <p:sp>
        <p:nvSpPr>
          <p:cNvPr id="8" name="Fußzeilenplatzhalter 7">
            <a:extLst>
              <a:ext uri="{FF2B5EF4-FFF2-40B4-BE49-F238E27FC236}">
                <a16:creationId xmlns:a16="http://schemas.microsoft.com/office/drawing/2014/main" id="{0B606C04-4F4E-47CE-849C-FC29852F5B18}"/>
              </a:ext>
            </a:extLst>
          </p:cNvPr>
          <p:cNvSpPr>
            <a:spLocks noGrp="1"/>
          </p:cNvSpPr>
          <p:nvPr>
            <p:ph type="ftr" sz="quarter" idx="19"/>
          </p:nvPr>
        </p:nvSpPr>
        <p:spPr/>
        <p:txBody>
          <a:bodyPr rtlCol="0"/>
          <a:lstStyle/>
          <a:p>
            <a:pPr rtl="0"/>
            <a:r>
              <a:rPr lang="de-DE"/>
              <a:t>Präsentationstitel</a:t>
            </a:r>
          </a:p>
        </p:txBody>
      </p:sp>
      <p:sp>
        <p:nvSpPr>
          <p:cNvPr id="9" name="Foliennummernplatzhalter 8">
            <a:extLst>
              <a:ext uri="{FF2B5EF4-FFF2-40B4-BE49-F238E27FC236}">
                <a16:creationId xmlns:a16="http://schemas.microsoft.com/office/drawing/2014/main" id="{891003F3-F17A-4CAC-B7CA-4C498BA84E7B}"/>
              </a:ext>
            </a:extLst>
          </p:cNvPr>
          <p:cNvSpPr>
            <a:spLocks noGrp="1"/>
          </p:cNvSpPr>
          <p:nvPr>
            <p:ph type="sldNum" sz="quarter" idx="20"/>
          </p:nvPr>
        </p:nvSpPr>
        <p:spPr/>
        <p:txBody>
          <a:bodyPr rtlCol="0"/>
          <a:lstStyle/>
          <a:p>
            <a:pPr rtl="0"/>
            <a:fld id="{A65A5C87-DF58-40C8-B092-1DE63DB4547E}" type="slidenum">
              <a:rPr lang="de-DE" smtClean="0"/>
              <a:pPr rtl="0"/>
              <a:t>19</a:t>
            </a:fld>
            <a:endParaRPr lang="de-DE"/>
          </a:p>
        </p:txBody>
      </p:sp>
    </p:spTree>
    <p:extLst>
      <p:ext uri="{BB962C8B-B14F-4D97-AF65-F5344CB8AC3E}">
        <p14:creationId xmlns:p14="http://schemas.microsoft.com/office/powerpoint/2010/main" val="1185792836"/>
      </p:ext>
    </p:extLst>
  </p:cSld>
  <p:clrMapOvr>
    <a:masterClrMapping/>
  </p:clrMapOvr>
</p:sld>
</file>

<file path=ppt/theme/theme1.xml><?xml version="1.0" encoding="utf-8"?>
<a:theme xmlns:a="http://schemas.openxmlformats.org/drawingml/2006/main" name="AccentBoxVTI">
  <a:themeElements>
    <a:clrScheme name="AccentBoxVTI">
      <a:dk1>
        <a:srgbClr val="000000"/>
      </a:dk1>
      <a:lt1>
        <a:sysClr val="window" lastClr="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48399953_TF89213316_Win32" id="{67A28977-17DF-4777-B40A-22DAA598986C}" vid="{8313F26B-4FB6-4A0C-9B52-428916D250D9}"/>
    </a:ext>
  </a:extLst>
</a:theme>
</file>

<file path=ppt/theme/theme2.xml><?xml version="1.0" encoding="utf-8"?>
<a:theme xmlns:a="http://schemas.openxmlformats.org/drawingml/2006/main" name="Office-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DF0A252-5923-47A2-A53A-F9BF7290891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90D7697-8E53-4EA8-8CBB-9C19575257BF}">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927DC71-2909-427C-BDB0-3E47E210151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AccentBox-Präsentation</Template>
  <TotalTime>0</TotalTime>
  <Words>610</Words>
  <Application>Microsoft Office PowerPoint</Application>
  <PresentationFormat>Breitbild</PresentationFormat>
  <Paragraphs>166</Paragraphs>
  <Slides>19</Slides>
  <Notes>19</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19</vt:i4>
      </vt:variant>
    </vt:vector>
  </HeadingPairs>
  <TitlesOfParts>
    <vt:vector size="24" baseType="lpstr">
      <vt:lpstr>Arial</vt:lpstr>
      <vt:lpstr>Avenir Next LT Pro</vt:lpstr>
      <vt:lpstr>Calibri</vt:lpstr>
      <vt:lpstr>Segoe UI</vt:lpstr>
      <vt:lpstr>AccentBoxVTI</vt:lpstr>
      <vt:lpstr>Robotik Projekt 3 (RO45)</vt:lpstr>
      <vt:lpstr>Agenda</vt:lpstr>
      <vt:lpstr>Kurzvorstellung</vt:lpstr>
      <vt:lpstr>Projektmanagement</vt:lpstr>
      <vt:lpstr>Meilensteine</vt:lpstr>
      <vt:lpstr>Projektplan</vt:lpstr>
      <vt:lpstr>Iterationen (evt direkt zu Projektplan)</vt:lpstr>
      <vt:lpstr>Risikomanagement</vt:lpstr>
      <vt:lpstr>Arbeitsverteilung</vt:lpstr>
      <vt:lpstr>Technische Umsetzung</vt:lpstr>
      <vt:lpstr>Software Architektur</vt:lpstr>
      <vt:lpstr>Danke für Ihre Aufmerksamkeit</vt:lpstr>
      <vt:lpstr>Diagramm</vt:lpstr>
      <vt:lpstr>Tabelle</vt:lpstr>
      <vt:lpstr>Die ersten Schritte bestehen darin,  nicht mehr zu reden, sondern zu handeln.</vt:lpstr>
      <vt:lpstr>Zeitachse</vt:lpstr>
      <vt:lpstr>Inhalt</vt:lpstr>
      <vt:lpstr>Inhalt </vt:lpstr>
      <vt:lpstr>Zusammenfassung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stpawenz</dc:creator>
  <cp:lastModifiedBy>stpawenz</cp:lastModifiedBy>
  <cp:revision>7</cp:revision>
  <dcterms:created xsi:type="dcterms:W3CDTF">2026-03-26T12:09:36Z</dcterms:created>
  <dcterms:modified xsi:type="dcterms:W3CDTF">2026-03-26T12:28:05Z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